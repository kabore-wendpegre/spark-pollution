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83" r:id="rId5"/>
    <p:sldId id="284" r:id="rId6"/>
    <p:sldId id="278" r:id="rId7"/>
    <p:sldId id="285" r:id="rId8"/>
    <p:sldId id="286" r:id="rId9"/>
    <p:sldId id="287" r:id="rId10"/>
    <p:sldId id="288" r:id="rId11"/>
    <p:sldId id="279" r:id="rId12"/>
    <p:sldId id="281" r:id="rId13"/>
    <p:sldId id="280" r:id="rId14"/>
    <p:sldId id="270" r:id="rId15"/>
    <p:sldId id="271" r:id="rId16"/>
    <p:sldId id="272" r:id="rId17"/>
    <p:sldId id="273" r:id="rId18"/>
    <p:sldId id="277" r:id="rId19"/>
    <p:sldId id="275" r:id="rId20"/>
    <p:sldId id="276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77" d="100"/>
          <a:sy n="77" d="100"/>
        </p:scale>
        <p:origin x="2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6F72F0-E127-49C3-8AF0-3AE973B13C1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A98A97D-8D74-4912-A045-549F1459A99C}">
      <dgm:prSet/>
      <dgm:spPr/>
      <dgm:t>
        <a:bodyPr/>
        <a:lstStyle/>
        <a:p>
          <a:r>
            <a:rPr lang="fr-FR"/>
            <a:t>Ingestion &amp; Préparation des données</a:t>
          </a:r>
          <a:endParaRPr lang="en-US"/>
        </a:p>
      </dgm:t>
    </dgm:pt>
    <dgm:pt modelId="{004416BF-FF10-4C89-9A1A-5D45BC352BEB}" type="parTrans" cxnId="{1200B8D4-B6F2-417C-A031-2E1B277762A1}">
      <dgm:prSet/>
      <dgm:spPr/>
      <dgm:t>
        <a:bodyPr/>
        <a:lstStyle/>
        <a:p>
          <a:endParaRPr lang="en-US"/>
        </a:p>
      </dgm:t>
    </dgm:pt>
    <dgm:pt modelId="{54DE67DF-72A8-41A8-87BA-84DA613E5BD1}" type="sibTrans" cxnId="{1200B8D4-B6F2-417C-A031-2E1B277762A1}">
      <dgm:prSet/>
      <dgm:spPr/>
      <dgm:t>
        <a:bodyPr/>
        <a:lstStyle/>
        <a:p>
          <a:endParaRPr lang="en-US"/>
        </a:p>
      </dgm:t>
    </dgm:pt>
    <dgm:pt modelId="{D670C5C5-0613-40F9-898C-A2B1CFAFDEAC}">
      <dgm:prSet/>
      <dgm:spPr/>
      <dgm:t>
        <a:bodyPr/>
        <a:lstStyle/>
        <a:p>
          <a:r>
            <a:rPr lang="fr-FR"/>
            <a:t>Exploration fonctionelle &amp; Analyse statique</a:t>
          </a:r>
          <a:endParaRPr lang="en-US"/>
        </a:p>
      </dgm:t>
    </dgm:pt>
    <dgm:pt modelId="{1F9092FB-67BD-4C05-A917-8B4F7928EC73}" type="parTrans" cxnId="{DB3CB504-79BB-4A6A-8CB4-6C7A90FCB4BF}">
      <dgm:prSet/>
      <dgm:spPr/>
      <dgm:t>
        <a:bodyPr/>
        <a:lstStyle/>
        <a:p>
          <a:endParaRPr lang="en-US"/>
        </a:p>
      </dgm:t>
    </dgm:pt>
    <dgm:pt modelId="{0F6CD97F-D752-429C-B991-893DDEE35DA7}" type="sibTrans" cxnId="{DB3CB504-79BB-4A6A-8CB4-6C7A90FCB4BF}">
      <dgm:prSet/>
      <dgm:spPr/>
      <dgm:t>
        <a:bodyPr/>
        <a:lstStyle/>
        <a:p>
          <a:endParaRPr lang="en-US"/>
        </a:p>
      </dgm:t>
    </dgm:pt>
    <dgm:pt modelId="{5E6B0FEF-D9AD-40EA-B98C-8E7A7DD90266}">
      <dgm:prSet/>
      <dgm:spPr/>
      <dgm:t>
        <a:bodyPr/>
        <a:lstStyle/>
        <a:p>
          <a:r>
            <a:rPr lang="fr-FR"/>
            <a:t>Modélisation GraphX</a:t>
          </a:r>
          <a:endParaRPr lang="en-US"/>
        </a:p>
      </dgm:t>
    </dgm:pt>
    <dgm:pt modelId="{FAE1EF34-97A1-49B3-9514-AA2EFBDD8A69}" type="parTrans" cxnId="{49558769-517A-447D-8221-2B4264DF7F0B}">
      <dgm:prSet/>
      <dgm:spPr/>
      <dgm:t>
        <a:bodyPr/>
        <a:lstStyle/>
        <a:p>
          <a:endParaRPr lang="en-US"/>
        </a:p>
      </dgm:t>
    </dgm:pt>
    <dgm:pt modelId="{B02DBFED-D34F-443E-A5E6-B80D98AD1398}" type="sibTrans" cxnId="{49558769-517A-447D-8221-2B4264DF7F0B}">
      <dgm:prSet/>
      <dgm:spPr/>
      <dgm:t>
        <a:bodyPr/>
        <a:lstStyle/>
        <a:p>
          <a:endParaRPr lang="en-US"/>
        </a:p>
      </dgm:t>
    </dgm:pt>
    <dgm:pt modelId="{9B19951F-8E97-49A1-B8F6-E00C8C9697F4}">
      <dgm:prSet/>
      <dgm:spPr/>
      <dgm:t>
        <a:bodyPr/>
        <a:lstStyle/>
        <a:p>
          <a:r>
            <a:rPr lang="fr-FR"/>
            <a:t>Machine Learning &amp; comparaison des modèles</a:t>
          </a:r>
          <a:endParaRPr lang="en-US"/>
        </a:p>
      </dgm:t>
    </dgm:pt>
    <dgm:pt modelId="{56100951-6188-4DC2-9CAE-BB3EE1BF2B0C}" type="parTrans" cxnId="{8B9632EF-7CD8-4E68-A4E3-051AC9DDDA24}">
      <dgm:prSet/>
      <dgm:spPr/>
      <dgm:t>
        <a:bodyPr/>
        <a:lstStyle/>
        <a:p>
          <a:endParaRPr lang="en-US"/>
        </a:p>
      </dgm:t>
    </dgm:pt>
    <dgm:pt modelId="{709237B1-6433-4B15-B684-564A961038BA}" type="sibTrans" cxnId="{8B9632EF-7CD8-4E68-A4E3-051AC9DDDA24}">
      <dgm:prSet/>
      <dgm:spPr/>
      <dgm:t>
        <a:bodyPr/>
        <a:lstStyle/>
        <a:p>
          <a:endParaRPr lang="en-US"/>
        </a:p>
      </dgm:t>
    </dgm:pt>
    <dgm:pt modelId="{DEFFE85C-D71C-4563-BA18-172082F63555}" type="pres">
      <dgm:prSet presAssocID="{776F72F0-E127-49C3-8AF0-3AE973B13C17}" presName="outerComposite" presStyleCnt="0">
        <dgm:presLayoutVars>
          <dgm:chMax val="5"/>
          <dgm:dir/>
          <dgm:resizeHandles val="exact"/>
        </dgm:presLayoutVars>
      </dgm:prSet>
      <dgm:spPr/>
    </dgm:pt>
    <dgm:pt modelId="{E533514E-9EA1-4AE3-BEB6-242BA6931A6D}" type="pres">
      <dgm:prSet presAssocID="{776F72F0-E127-49C3-8AF0-3AE973B13C17}" presName="dummyMaxCanvas" presStyleCnt="0">
        <dgm:presLayoutVars/>
      </dgm:prSet>
      <dgm:spPr/>
    </dgm:pt>
    <dgm:pt modelId="{AE6B8DA4-9E6A-4563-9AB5-022C33698FA9}" type="pres">
      <dgm:prSet presAssocID="{776F72F0-E127-49C3-8AF0-3AE973B13C17}" presName="FourNodes_1" presStyleLbl="node1" presStyleIdx="0" presStyleCnt="4">
        <dgm:presLayoutVars>
          <dgm:bulletEnabled val="1"/>
        </dgm:presLayoutVars>
      </dgm:prSet>
      <dgm:spPr/>
    </dgm:pt>
    <dgm:pt modelId="{85839D36-F4DB-403D-ACAA-EF141F56A4DA}" type="pres">
      <dgm:prSet presAssocID="{776F72F0-E127-49C3-8AF0-3AE973B13C17}" presName="FourNodes_2" presStyleLbl="node1" presStyleIdx="1" presStyleCnt="4">
        <dgm:presLayoutVars>
          <dgm:bulletEnabled val="1"/>
        </dgm:presLayoutVars>
      </dgm:prSet>
      <dgm:spPr/>
    </dgm:pt>
    <dgm:pt modelId="{F01303F8-C06D-453F-8A5D-D3A800FBF61B}" type="pres">
      <dgm:prSet presAssocID="{776F72F0-E127-49C3-8AF0-3AE973B13C17}" presName="FourNodes_3" presStyleLbl="node1" presStyleIdx="2" presStyleCnt="4">
        <dgm:presLayoutVars>
          <dgm:bulletEnabled val="1"/>
        </dgm:presLayoutVars>
      </dgm:prSet>
      <dgm:spPr/>
    </dgm:pt>
    <dgm:pt modelId="{2BB048D6-63BF-4AE8-BF23-FC7139FCA838}" type="pres">
      <dgm:prSet presAssocID="{776F72F0-E127-49C3-8AF0-3AE973B13C17}" presName="FourNodes_4" presStyleLbl="node1" presStyleIdx="3" presStyleCnt="4">
        <dgm:presLayoutVars>
          <dgm:bulletEnabled val="1"/>
        </dgm:presLayoutVars>
      </dgm:prSet>
      <dgm:spPr/>
    </dgm:pt>
    <dgm:pt modelId="{44F1FC0D-4998-499C-93A1-901B2A93FB90}" type="pres">
      <dgm:prSet presAssocID="{776F72F0-E127-49C3-8AF0-3AE973B13C17}" presName="FourConn_1-2" presStyleLbl="fgAccFollowNode1" presStyleIdx="0" presStyleCnt="3">
        <dgm:presLayoutVars>
          <dgm:bulletEnabled val="1"/>
        </dgm:presLayoutVars>
      </dgm:prSet>
      <dgm:spPr/>
    </dgm:pt>
    <dgm:pt modelId="{A1D5DE9B-2825-4122-95EC-F7EC7FFAB84D}" type="pres">
      <dgm:prSet presAssocID="{776F72F0-E127-49C3-8AF0-3AE973B13C17}" presName="FourConn_2-3" presStyleLbl="fgAccFollowNode1" presStyleIdx="1" presStyleCnt="3">
        <dgm:presLayoutVars>
          <dgm:bulletEnabled val="1"/>
        </dgm:presLayoutVars>
      </dgm:prSet>
      <dgm:spPr/>
    </dgm:pt>
    <dgm:pt modelId="{ADE6686B-23E1-49B5-BA71-3027DC9611CE}" type="pres">
      <dgm:prSet presAssocID="{776F72F0-E127-49C3-8AF0-3AE973B13C17}" presName="FourConn_3-4" presStyleLbl="fgAccFollowNode1" presStyleIdx="2" presStyleCnt="3">
        <dgm:presLayoutVars>
          <dgm:bulletEnabled val="1"/>
        </dgm:presLayoutVars>
      </dgm:prSet>
      <dgm:spPr/>
    </dgm:pt>
    <dgm:pt modelId="{C49307CF-42BB-46D5-9528-6CAA303DC55E}" type="pres">
      <dgm:prSet presAssocID="{776F72F0-E127-49C3-8AF0-3AE973B13C17}" presName="FourNodes_1_text" presStyleLbl="node1" presStyleIdx="3" presStyleCnt="4">
        <dgm:presLayoutVars>
          <dgm:bulletEnabled val="1"/>
        </dgm:presLayoutVars>
      </dgm:prSet>
      <dgm:spPr/>
    </dgm:pt>
    <dgm:pt modelId="{295B7CE9-38C9-4B48-9798-74C4717C15F9}" type="pres">
      <dgm:prSet presAssocID="{776F72F0-E127-49C3-8AF0-3AE973B13C17}" presName="FourNodes_2_text" presStyleLbl="node1" presStyleIdx="3" presStyleCnt="4">
        <dgm:presLayoutVars>
          <dgm:bulletEnabled val="1"/>
        </dgm:presLayoutVars>
      </dgm:prSet>
      <dgm:spPr/>
    </dgm:pt>
    <dgm:pt modelId="{56F60A5B-D30C-4D58-BE8B-1FC42A604361}" type="pres">
      <dgm:prSet presAssocID="{776F72F0-E127-49C3-8AF0-3AE973B13C17}" presName="FourNodes_3_text" presStyleLbl="node1" presStyleIdx="3" presStyleCnt="4">
        <dgm:presLayoutVars>
          <dgm:bulletEnabled val="1"/>
        </dgm:presLayoutVars>
      </dgm:prSet>
      <dgm:spPr/>
    </dgm:pt>
    <dgm:pt modelId="{CEBDAC2F-DBBD-4612-99D0-41DFD37EBCB3}" type="pres">
      <dgm:prSet presAssocID="{776F72F0-E127-49C3-8AF0-3AE973B13C1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B581E03-46D0-45F0-855D-74677944F6B0}" type="presOf" srcId="{5E6B0FEF-D9AD-40EA-B98C-8E7A7DD90266}" destId="{F01303F8-C06D-453F-8A5D-D3A800FBF61B}" srcOrd="0" destOrd="0" presId="urn:microsoft.com/office/officeart/2005/8/layout/vProcess5"/>
    <dgm:cxn modelId="{DB3CB504-79BB-4A6A-8CB4-6C7A90FCB4BF}" srcId="{776F72F0-E127-49C3-8AF0-3AE973B13C17}" destId="{D670C5C5-0613-40F9-898C-A2B1CFAFDEAC}" srcOrd="1" destOrd="0" parTransId="{1F9092FB-67BD-4C05-A917-8B4F7928EC73}" sibTransId="{0F6CD97F-D752-429C-B991-893DDEE35DA7}"/>
    <dgm:cxn modelId="{747DC324-42E1-4A7B-BDF3-5CAE976A2965}" type="presOf" srcId="{DA98A97D-8D74-4912-A045-549F1459A99C}" destId="{AE6B8DA4-9E6A-4563-9AB5-022C33698FA9}" srcOrd="0" destOrd="0" presId="urn:microsoft.com/office/officeart/2005/8/layout/vProcess5"/>
    <dgm:cxn modelId="{3F920234-9D0B-492D-933E-CC4314F9E979}" type="presOf" srcId="{D670C5C5-0613-40F9-898C-A2B1CFAFDEAC}" destId="{295B7CE9-38C9-4B48-9798-74C4717C15F9}" srcOrd="1" destOrd="0" presId="urn:microsoft.com/office/officeart/2005/8/layout/vProcess5"/>
    <dgm:cxn modelId="{49558769-517A-447D-8221-2B4264DF7F0B}" srcId="{776F72F0-E127-49C3-8AF0-3AE973B13C17}" destId="{5E6B0FEF-D9AD-40EA-B98C-8E7A7DD90266}" srcOrd="2" destOrd="0" parTransId="{FAE1EF34-97A1-49B3-9514-AA2EFBDD8A69}" sibTransId="{B02DBFED-D34F-443E-A5E6-B80D98AD1398}"/>
    <dgm:cxn modelId="{4A7CF56F-C9EB-410E-B82C-782B11F74C33}" type="presOf" srcId="{D670C5C5-0613-40F9-898C-A2B1CFAFDEAC}" destId="{85839D36-F4DB-403D-ACAA-EF141F56A4DA}" srcOrd="0" destOrd="0" presId="urn:microsoft.com/office/officeart/2005/8/layout/vProcess5"/>
    <dgm:cxn modelId="{F0F6EF70-43A6-4FE9-A5D0-E4A5E85A3FE1}" type="presOf" srcId="{DA98A97D-8D74-4912-A045-549F1459A99C}" destId="{C49307CF-42BB-46D5-9528-6CAA303DC55E}" srcOrd="1" destOrd="0" presId="urn:microsoft.com/office/officeart/2005/8/layout/vProcess5"/>
    <dgm:cxn modelId="{DA4F0755-2A3D-409A-996E-6029811F143E}" type="presOf" srcId="{9B19951F-8E97-49A1-B8F6-E00C8C9697F4}" destId="{CEBDAC2F-DBBD-4612-99D0-41DFD37EBCB3}" srcOrd="1" destOrd="0" presId="urn:microsoft.com/office/officeart/2005/8/layout/vProcess5"/>
    <dgm:cxn modelId="{D25E7655-EE7D-4B34-ACBB-7F094D388EB2}" type="presOf" srcId="{0F6CD97F-D752-429C-B991-893DDEE35DA7}" destId="{A1D5DE9B-2825-4122-95EC-F7EC7FFAB84D}" srcOrd="0" destOrd="0" presId="urn:microsoft.com/office/officeart/2005/8/layout/vProcess5"/>
    <dgm:cxn modelId="{86322457-06ED-4F5E-9619-CF5D1506E542}" type="presOf" srcId="{54DE67DF-72A8-41A8-87BA-84DA613E5BD1}" destId="{44F1FC0D-4998-499C-93A1-901B2A93FB90}" srcOrd="0" destOrd="0" presId="urn:microsoft.com/office/officeart/2005/8/layout/vProcess5"/>
    <dgm:cxn modelId="{98B07F83-00EE-4228-B084-7676FE96BB18}" type="presOf" srcId="{B02DBFED-D34F-443E-A5E6-B80D98AD1398}" destId="{ADE6686B-23E1-49B5-BA71-3027DC9611CE}" srcOrd="0" destOrd="0" presId="urn:microsoft.com/office/officeart/2005/8/layout/vProcess5"/>
    <dgm:cxn modelId="{86609F99-EA2B-44FC-9DED-6F267121CD98}" type="presOf" srcId="{5E6B0FEF-D9AD-40EA-B98C-8E7A7DD90266}" destId="{56F60A5B-D30C-4D58-BE8B-1FC42A604361}" srcOrd="1" destOrd="0" presId="urn:microsoft.com/office/officeart/2005/8/layout/vProcess5"/>
    <dgm:cxn modelId="{973413A3-7A52-4294-BF1D-4B47493DC5B9}" type="presOf" srcId="{776F72F0-E127-49C3-8AF0-3AE973B13C17}" destId="{DEFFE85C-D71C-4563-BA18-172082F63555}" srcOrd="0" destOrd="0" presId="urn:microsoft.com/office/officeart/2005/8/layout/vProcess5"/>
    <dgm:cxn modelId="{452AD6BD-2588-4AB1-A4F9-4F763BCAE8E3}" type="presOf" srcId="{9B19951F-8E97-49A1-B8F6-E00C8C9697F4}" destId="{2BB048D6-63BF-4AE8-BF23-FC7139FCA838}" srcOrd="0" destOrd="0" presId="urn:microsoft.com/office/officeart/2005/8/layout/vProcess5"/>
    <dgm:cxn modelId="{1200B8D4-B6F2-417C-A031-2E1B277762A1}" srcId="{776F72F0-E127-49C3-8AF0-3AE973B13C17}" destId="{DA98A97D-8D74-4912-A045-549F1459A99C}" srcOrd="0" destOrd="0" parTransId="{004416BF-FF10-4C89-9A1A-5D45BC352BEB}" sibTransId="{54DE67DF-72A8-41A8-87BA-84DA613E5BD1}"/>
    <dgm:cxn modelId="{8B9632EF-7CD8-4E68-A4E3-051AC9DDDA24}" srcId="{776F72F0-E127-49C3-8AF0-3AE973B13C17}" destId="{9B19951F-8E97-49A1-B8F6-E00C8C9697F4}" srcOrd="3" destOrd="0" parTransId="{56100951-6188-4DC2-9CAE-BB3EE1BF2B0C}" sibTransId="{709237B1-6433-4B15-B684-564A961038BA}"/>
    <dgm:cxn modelId="{0F6EE5DA-DDF5-4EFF-BB73-80A143BB84B3}" type="presParOf" srcId="{DEFFE85C-D71C-4563-BA18-172082F63555}" destId="{E533514E-9EA1-4AE3-BEB6-242BA6931A6D}" srcOrd="0" destOrd="0" presId="urn:microsoft.com/office/officeart/2005/8/layout/vProcess5"/>
    <dgm:cxn modelId="{20B88D3D-2037-4022-827B-C79D864339CD}" type="presParOf" srcId="{DEFFE85C-D71C-4563-BA18-172082F63555}" destId="{AE6B8DA4-9E6A-4563-9AB5-022C33698FA9}" srcOrd="1" destOrd="0" presId="urn:microsoft.com/office/officeart/2005/8/layout/vProcess5"/>
    <dgm:cxn modelId="{95762133-462E-4D7E-9367-67CB531253EF}" type="presParOf" srcId="{DEFFE85C-D71C-4563-BA18-172082F63555}" destId="{85839D36-F4DB-403D-ACAA-EF141F56A4DA}" srcOrd="2" destOrd="0" presId="urn:microsoft.com/office/officeart/2005/8/layout/vProcess5"/>
    <dgm:cxn modelId="{3BFCE5B9-DCF6-48CE-94E9-D190FFAE1FF1}" type="presParOf" srcId="{DEFFE85C-D71C-4563-BA18-172082F63555}" destId="{F01303F8-C06D-453F-8A5D-D3A800FBF61B}" srcOrd="3" destOrd="0" presId="urn:microsoft.com/office/officeart/2005/8/layout/vProcess5"/>
    <dgm:cxn modelId="{549600AA-00EC-461A-A33B-10644D665446}" type="presParOf" srcId="{DEFFE85C-D71C-4563-BA18-172082F63555}" destId="{2BB048D6-63BF-4AE8-BF23-FC7139FCA838}" srcOrd="4" destOrd="0" presId="urn:microsoft.com/office/officeart/2005/8/layout/vProcess5"/>
    <dgm:cxn modelId="{B54944AC-D10A-49B2-BFBB-66562C9A3E88}" type="presParOf" srcId="{DEFFE85C-D71C-4563-BA18-172082F63555}" destId="{44F1FC0D-4998-499C-93A1-901B2A93FB90}" srcOrd="5" destOrd="0" presId="urn:microsoft.com/office/officeart/2005/8/layout/vProcess5"/>
    <dgm:cxn modelId="{216EC604-8435-491E-952C-42A5701C6DEA}" type="presParOf" srcId="{DEFFE85C-D71C-4563-BA18-172082F63555}" destId="{A1D5DE9B-2825-4122-95EC-F7EC7FFAB84D}" srcOrd="6" destOrd="0" presId="urn:microsoft.com/office/officeart/2005/8/layout/vProcess5"/>
    <dgm:cxn modelId="{F8654491-B9CF-42D6-BC40-61A898829638}" type="presParOf" srcId="{DEFFE85C-D71C-4563-BA18-172082F63555}" destId="{ADE6686B-23E1-49B5-BA71-3027DC9611CE}" srcOrd="7" destOrd="0" presId="urn:microsoft.com/office/officeart/2005/8/layout/vProcess5"/>
    <dgm:cxn modelId="{B11CF674-47FF-4881-95B9-C5E684EE0220}" type="presParOf" srcId="{DEFFE85C-D71C-4563-BA18-172082F63555}" destId="{C49307CF-42BB-46D5-9528-6CAA303DC55E}" srcOrd="8" destOrd="0" presId="urn:microsoft.com/office/officeart/2005/8/layout/vProcess5"/>
    <dgm:cxn modelId="{0A6E0C99-74A3-47DA-B20B-1F5671686200}" type="presParOf" srcId="{DEFFE85C-D71C-4563-BA18-172082F63555}" destId="{295B7CE9-38C9-4B48-9798-74C4717C15F9}" srcOrd="9" destOrd="0" presId="urn:microsoft.com/office/officeart/2005/8/layout/vProcess5"/>
    <dgm:cxn modelId="{A6ABD320-525E-4FC1-9BA5-BAD8E46E5E1A}" type="presParOf" srcId="{DEFFE85C-D71C-4563-BA18-172082F63555}" destId="{56F60A5B-D30C-4D58-BE8B-1FC42A604361}" srcOrd="10" destOrd="0" presId="urn:microsoft.com/office/officeart/2005/8/layout/vProcess5"/>
    <dgm:cxn modelId="{A9E1ACDE-D919-4FC8-9F30-6B35484BEF33}" type="presParOf" srcId="{DEFFE85C-D71C-4563-BA18-172082F63555}" destId="{CEBDAC2F-DBBD-4612-99D0-41DFD37EBCB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61EB57-DC67-4F29-B268-A8305ECBC6C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D0C52A2-93AB-4693-9D5F-B3A88659B58C}">
      <dgm:prSet/>
      <dgm:spPr/>
      <dgm:t>
        <a:bodyPr/>
        <a:lstStyle/>
        <a:p>
          <a:r>
            <a:rPr lang="fr-FR"/>
            <a:t>Utilisation de </a:t>
          </a:r>
          <a:r>
            <a:rPr lang="fr-FR" b="1"/>
            <a:t>GraphX</a:t>
          </a:r>
          <a:endParaRPr lang="en-US"/>
        </a:p>
      </dgm:t>
    </dgm:pt>
    <dgm:pt modelId="{D38E10EB-B66B-4025-821A-CEE29EAC6708}" type="parTrans" cxnId="{60EE462F-924D-46C7-8E01-45BFEDD6C422}">
      <dgm:prSet/>
      <dgm:spPr/>
      <dgm:t>
        <a:bodyPr/>
        <a:lstStyle/>
        <a:p>
          <a:endParaRPr lang="en-US"/>
        </a:p>
      </dgm:t>
    </dgm:pt>
    <dgm:pt modelId="{F103E9F0-252A-4068-BB4D-688A89E0FB4D}" type="sibTrans" cxnId="{60EE462F-924D-46C7-8E01-45BFEDD6C422}">
      <dgm:prSet/>
      <dgm:spPr/>
      <dgm:t>
        <a:bodyPr/>
        <a:lstStyle/>
        <a:p>
          <a:endParaRPr lang="en-US"/>
        </a:p>
      </dgm:t>
    </dgm:pt>
    <dgm:pt modelId="{6D3611EE-6C3C-4F9B-A295-7E0541F4AEEF}">
      <dgm:prSet/>
      <dgm:spPr/>
      <dgm:t>
        <a:bodyPr/>
        <a:lstStyle/>
        <a:p>
          <a:r>
            <a:rPr lang="fr-FR"/>
            <a:t>Sommets = périodes de la journée :</a:t>
          </a:r>
          <a:endParaRPr lang="en-US"/>
        </a:p>
      </dgm:t>
    </dgm:pt>
    <dgm:pt modelId="{AA7B004B-5908-4AB6-8F5F-9A7F6F8621CC}" type="parTrans" cxnId="{C5201320-66CC-401F-9091-8A9DFDB07127}">
      <dgm:prSet/>
      <dgm:spPr/>
      <dgm:t>
        <a:bodyPr/>
        <a:lstStyle/>
        <a:p>
          <a:endParaRPr lang="en-US"/>
        </a:p>
      </dgm:t>
    </dgm:pt>
    <dgm:pt modelId="{ABFE8795-2BEA-48A1-8F5B-709629001F73}" type="sibTrans" cxnId="{C5201320-66CC-401F-9091-8A9DFDB07127}">
      <dgm:prSet/>
      <dgm:spPr/>
      <dgm:t>
        <a:bodyPr/>
        <a:lstStyle/>
        <a:p>
          <a:endParaRPr lang="en-US"/>
        </a:p>
      </dgm:t>
    </dgm:pt>
    <dgm:pt modelId="{4BF94521-DD25-4B2D-B7FE-F5D813E73E3A}">
      <dgm:prSet/>
      <dgm:spPr/>
      <dgm:t>
        <a:bodyPr/>
        <a:lstStyle/>
        <a:p>
          <a:r>
            <a:rPr lang="fr-FR"/>
            <a:t>Nuit, Matin, Midi, Après-midi, Soir</a:t>
          </a:r>
          <a:endParaRPr lang="en-US"/>
        </a:p>
      </dgm:t>
    </dgm:pt>
    <dgm:pt modelId="{6FEDA40D-B1DB-4B60-A500-3FE3889BD575}" type="parTrans" cxnId="{4EA3F91B-7764-4AFE-BB69-D579B91DCE6B}">
      <dgm:prSet/>
      <dgm:spPr/>
      <dgm:t>
        <a:bodyPr/>
        <a:lstStyle/>
        <a:p>
          <a:endParaRPr lang="en-US"/>
        </a:p>
      </dgm:t>
    </dgm:pt>
    <dgm:pt modelId="{50EEBA31-CB1A-4AE5-A7DA-F7F5FF37B5CA}" type="sibTrans" cxnId="{4EA3F91B-7764-4AFE-BB69-D579B91DCE6B}">
      <dgm:prSet/>
      <dgm:spPr/>
      <dgm:t>
        <a:bodyPr/>
        <a:lstStyle/>
        <a:p>
          <a:endParaRPr lang="en-US"/>
        </a:p>
      </dgm:t>
    </dgm:pt>
    <dgm:pt modelId="{02A2C4FA-465F-4240-A6B5-61B66C33244C}">
      <dgm:prSet/>
      <dgm:spPr/>
      <dgm:t>
        <a:bodyPr/>
        <a:lstStyle/>
        <a:p>
          <a:r>
            <a:rPr lang="fr-FR"/>
            <a:t>Valeur du sommet = pollution moyenne</a:t>
          </a:r>
          <a:endParaRPr lang="en-US"/>
        </a:p>
      </dgm:t>
    </dgm:pt>
    <dgm:pt modelId="{24777718-27A0-44D8-905D-A996F3916499}" type="parTrans" cxnId="{08FB49F2-3248-415F-9CBB-178C5CC70403}">
      <dgm:prSet/>
      <dgm:spPr/>
      <dgm:t>
        <a:bodyPr/>
        <a:lstStyle/>
        <a:p>
          <a:endParaRPr lang="en-US"/>
        </a:p>
      </dgm:t>
    </dgm:pt>
    <dgm:pt modelId="{DB5221BC-74FE-48AF-AF57-65690F2A6D97}" type="sibTrans" cxnId="{08FB49F2-3248-415F-9CBB-178C5CC70403}">
      <dgm:prSet/>
      <dgm:spPr/>
      <dgm:t>
        <a:bodyPr/>
        <a:lstStyle/>
        <a:p>
          <a:endParaRPr lang="en-US"/>
        </a:p>
      </dgm:t>
    </dgm:pt>
    <dgm:pt modelId="{839C548D-0F7C-4DF8-A94D-2DD35F56213C}">
      <dgm:prSet/>
      <dgm:spPr/>
      <dgm:t>
        <a:bodyPr/>
        <a:lstStyle/>
        <a:p>
          <a:r>
            <a:rPr lang="fr-FR"/>
            <a:t>Arêtes pondérées = influence temporelle</a:t>
          </a:r>
          <a:endParaRPr lang="en-US"/>
        </a:p>
      </dgm:t>
    </dgm:pt>
    <dgm:pt modelId="{E1947594-615E-415F-B51E-A5DB26D1A984}" type="parTrans" cxnId="{28C337F9-C680-40EF-BAEC-4D493AFFD094}">
      <dgm:prSet/>
      <dgm:spPr/>
      <dgm:t>
        <a:bodyPr/>
        <a:lstStyle/>
        <a:p>
          <a:endParaRPr lang="en-US"/>
        </a:p>
      </dgm:t>
    </dgm:pt>
    <dgm:pt modelId="{857FB43C-DFB7-443F-89FE-269723A8892A}" type="sibTrans" cxnId="{28C337F9-C680-40EF-BAEC-4D493AFFD094}">
      <dgm:prSet/>
      <dgm:spPr/>
      <dgm:t>
        <a:bodyPr/>
        <a:lstStyle/>
        <a:p>
          <a:endParaRPr lang="en-US"/>
        </a:p>
      </dgm:t>
    </dgm:pt>
    <dgm:pt modelId="{8AAB7AEA-29C0-4DF4-8BE4-E92DDEF98F14}">
      <dgm:prSet/>
      <dgm:spPr/>
      <dgm:t>
        <a:bodyPr/>
        <a:lstStyle/>
        <a:p>
          <a:r>
            <a:rPr lang="fr-FR"/>
            <a:t>Objectif :</a:t>
          </a:r>
          <a:endParaRPr lang="en-US"/>
        </a:p>
      </dgm:t>
    </dgm:pt>
    <dgm:pt modelId="{3F37D82B-3E0F-435E-AF79-BE35CB97868C}" type="parTrans" cxnId="{F6A864E3-EA99-4917-AE92-9F67D920BA51}">
      <dgm:prSet/>
      <dgm:spPr/>
      <dgm:t>
        <a:bodyPr/>
        <a:lstStyle/>
        <a:p>
          <a:endParaRPr lang="en-US"/>
        </a:p>
      </dgm:t>
    </dgm:pt>
    <dgm:pt modelId="{0706E9A1-E7B7-4DEE-9BDC-844E32C805FD}" type="sibTrans" cxnId="{F6A864E3-EA99-4917-AE92-9F67D920BA51}">
      <dgm:prSet/>
      <dgm:spPr/>
      <dgm:t>
        <a:bodyPr/>
        <a:lstStyle/>
        <a:p>
          <a:endParaRPr lang="en-US"/>
        </a:p>
      </dgm:t>
    </dgm:pt>
    <dgm:pt modelId="{4F1AD0C8-32C9-4955-9F97-85CF7530F1BF}">
      <dgm:prSet/>
      <dgm:spPr/>
      <dgm:t>
        <a:bodyPr/>
        <a:lstStyle/>
        <a:p>
          <a:r>
            <a:rPr lang="fr-FR"/>
            <a:t>Étudier la propagation temporelle de la pollution</a:t>
          </a:r>
          <a:endParaRPr lang="en-US"/>
        </a:p>
      </dgm:t>
    </dgm:pt>
    <dgm:pt modelId="{6C27790A-C312-408E-BE87-585BF4D20776}" type="parTrans" cxnId="{D315B536-179A-4D07-90E9-D2342B6286A8}">
      <dgm:prSet/>
      <dgm:spPr/>
      <dgm:t>
        <a:bodyPr/>
        <a:lstStyle/>
        <a:p>
          <a:endParaRPr lang="en-US"/>
        </a:p>
      </dgm:t>
    </dgm:pt>
    <dgm:pt modelId="{AEB6524F-E632-4B6E-BE58-6F208158F625}" type="sibTrans" cxnId="{D315B536-179A-4D07-90E9-D2342B6286A8}">
      <dgm:prSet/>
      <dgm:spPr/>
      <dgm:t>
        <a:bodyPr/>
        <a:lstStyle/>
        <a:p>
          <a:endParaRPr lang="en-US"/>
        </a:p>
      </dgm:t>
    </dgm:pt>
    <dgm:pt modelId="{EA98D26D-6FE0-4499-8489-B73B3611CDB1}" type="pres">
      <dgm:prSet presAssocID="{1261EB57-DC67-4F29-B268-A8305ECBC6C5}" presName="Name0" presStyleCnt="0">
        <dgm:presLayoutVars>
          <dgm:dir/>
          <dgm:resizeHandles val="exact"/>
        </dgm:presLayoutVars>
      </dgm:prSet>
      <dgm:spPr/>
    </dgm:pt>
    <dgm:pt modelId="{FEF3D6DF-0207-4262-9622-1904CB6E10CF}" type="pres">
      <dgm:prSet presAssocID="{9D0C52A2-93AB-4693-9D5F-B3A88659B58C}" presName="node" presStyleLbl="node1" presStyleIdx="0" presStyleCnt="6">
        <dgm:presLayoutVars>
          <dgm:bulletEnabled val="1"/>
        </dgm:presLayoutVars>
      </dgm:prSet>
      <dgm:spPr/>
    </dgm:pt>
    <dgm:pt modelId="{3E708FA4-13A7-42F3-8121-A123DA3BAB80}" type="pres">
      <dgm:prSet presAssocID="{F103E9F0-252A-4068-BB4D-688A89E0FB4D}" presName="sibTrans" presStyleLbl="sibTrans1D1" presStyleIdx="0" presStyleCnt="5"/>
      <dgm:spPr/>
    </dgm:pt>
    <dgm:pt modelId="{096EC415-F822-4D27-A31D-6C0BE8E93A2D}" type="pres">
      <dgm:prSet presAssocID="{F103E9F0-252A-4068-BB4D-688A89E0FB4D}" presName="connectorText" presStyleLbl="sibTrans1D1" presStyleIdx="0" presStyleCnt="5"/>
      <dgm:spPr/>
    </dgm:pt>
    <dgm:pt modelId="{701D5608-D3F1-49D5-9E38-55A8B0D3EF1C}" type="pres">
      <dgm:prSet presAssocID="{6D3611EE-6C3C-4F9B-A295-7E0541F4AEEF}" presName="node" presStyleLbl="node1" presStyleIdx="1" presStyleCnt="6">
        <dgm:presLayoutVars>
          <dgm:bulletEnabled val="1"/>
        </dgm:presLayoutVars>
      </dgm:prSet>
      <dgm:spPr/>
    </dgm:pt>
    <dgm:pt modelId="{C3D8A486-9385-4C66-9CBD-6E888C1CD0DB}" type="pres">
      <dgm:prSet presAssocID="{ABFE8795-2BEA-48A1-8F5B-709629001F73}" presName="sibTrans" presStyleLbl="sibTrans1D1" presStyleIdx="1" presStyleCnt="5"/>
      <dgm:spPr/>
    </dgm:pt>
    <dgm:pt modelId="{994B25BF-C7FC-4D0A-BDBF-DFDFC8BD27BA}" type="pres">
      <dgm:prSet presAssocID="{ABFE8795-2BEA-48A1-8F5B-709629001F73}" presName="connectorText" presStyleLbl="sibTrans1D1" presStyleIdx="1" presStyleCnt="5"/>
      <dgm:spPr/>
    </dgm:pt>
    <dgm:pt modelId="{3648E019-3BB8-4858-A3FE-0898947AB744}" type="pres">
      <dgm:prSet presAssocID="{02A2C4FA-465F-4240-A6B5-61B66C33244C}" presName="node" presStyleLbl="node1" presStyleIdx="2" presStyleCnt="6">
        <dgm:presLayoutVars>
          <dgm:bulletEnabled val="1"/>
        </dgm:presLayoutVars>
      </dgm:prSet>
      <dgm:spPr/>
    </dgm:pt>
    <dgm:pt modelId="{64227CA7-45C6-4791-9929-6E42100E06ED}" type="pres">
      <dgm:prSet presAssocID="{DB5221BC-74FE-48AF-AF57-65690F2A6D97}" presName="sibTrans" presStyleLbl="sibTrans1D1" presStyleIdx="2" presStyleCnt="5"/>
      <dgm:spPr/>
    </dgm:pt>
    <dgm:pt modelId="{99E5A781-26A6-49D8-8F45-8BA834544FE4}" type="pres">
      <dgm:prSet presAssocID="{DB5221BC-74FE-48AF-AF57-65690F2A6D97}" presName="connectorText" presStyleLbl="sibTrans1D1" presStyleIdx="2" presStyleCnt="5"/>
      <dgm:spPr/>
    </dgm:pt>
    <dgm:pt modelId="{2BC8E6D1-3750-4D18-8275-A7FE0F18FFFF}" type="pres">
      <dgm:prSet presAssocID="{839C548D-0F7C-4DF8-A94D-2DD35F56213C}" presName="node" presStyleLbl="node1" presStyleIdx="3" presStyleCnt="6">
        <dgm:presLayoutVars>
          <dgm:bulletEnabled val="1"/>
        </dgm:presLayoutVars>
      </dgm:prSet>
      <dgm:spPr/>
    </dgm:pt>
    <dgm:pt modelId="{6D3CCD20-F456-4BFE-B6F3-06D4A7B96FBC}" type="pres">
      <dgm:prSet presAssocID="{857FB43C-DFB7-443F-89FE-269723A8892A}" presName="sibTrans" presStyleLbl="sibTrans1D1" presStyleIdx="3" presStyleCnt="5"/>
      <dgm:spPr/>
    </dgm:pt>
    <dgm:pt modelId="{B1EDA06D-529A-49C6-9009-0490350C5A2C}" type="pres">
      <dgm:prSet presAssocID="{857FB43C-DFB7-443F-89FE-269723A8892A}" presName="connectorText" presStyleLbl="sibTrans1D1" presStyleIdx="3" presStyleCnt="5"/>
      <dgm:spPr/>
    </dgm:pt>
    <dgm:pt modelId="{A2D70130-F4A8-4B35-A724-38D8C6685DA4}" type="pres">
      <dgm:prSet presAssocID="{8AAB7AEA-29C0-4DF4-8BE4-E92DDEF98F14}" presName="node" presStyleLbl="node1" presStyleIdx="4" presStyleCnt="6">
        <dgm:presLayoutVars>
          <dgm:bulletEnabled val="1"/>
        </dgm:presLayoutVars>
      </dgm:prSet>
      <dgm:spPr/>
    </dgm:pt>
    <dgm:pt modelId="{B20A8C98-131F-45AE-92BC-0C7674A7CE5D}" type="pres">
      <dgm:prSet presAssocID="{0706E9A1-E7B7-4DEE-9BDC-844E32C805FD}" presName="sibTrans" presStyleLbl="sibTrans1D1" presStyleIdx="4" presStyleCnt="5"/>
      <dgm:spPr/>
    </dgm:pt>
    <dgm:pt modelId="{ABB56C1E-8070-4DF2-96CB-8437E3F6E305}" type="pres">
      <dgm:prSet presAssocID="{0706E9A1-E7B7-4DEE-9BDC-844E32C805FD}" presName="connectorText" presStyleLbl="sibTrans1D1" presStyleIdx="4" presStyleCnt="5"/>
      <dgm:spPr/>
    </dgm:pt>
    <dgm:pt modelId="{3F6489FF-E8BF-4611-B37C-712D3F621973}" type="pres">
      <dgm:prSet presAssocID="{4F1AD0C8-32C9-4955-9F97-85CF7530F1BF}" presName="node" presStyleLbl="node1" presStyleIdx="5" presStyleCnt="6">
        <dgm:presLayoutVars>
          <dgm:bulletEnabled val="1"/>
        </dgm:presLayoutVars>
      </dgm:prSet>
      <dgm:spPr/>
    </dgm:pt>
  </dgm:ptLst>
  <dgm:cxnLst>
    <dgm:cxn modelId="{D799D20B-DC52-48FF-8297-16ADFF24FACE}" type="presOf" srcId="{F103E9F0-252A-4068-BB4D-688A89E0FB4D}" destId="{3E708FA4-13A7-42F3-8121-A123DA3BAB80}" srcOrd="0" destOrd="0" presId="urn:microsoft.com/office/officeart/2016/7/layout/RepeatingBendingProcessNew"/>
    <dgm:cxn modelId="{2693EC0B-6ED2-4C05-92FC-0F2B1DC759A5}" type="presOf" srcId="{8AAB7AEA-29C0-4DF4-8BE4-E92DDEF98F14}" destId="{A2D70130-F4A8-4B35-A724-38D8C6685DA4}" srcOrd="0" destOrd="0" presId="urn:microsoft.com/office/officeart/2016/7/layout/RepeatingBendingProcessNew"/>
    <dgm:cxn modelId="{F7963113-9441-4A73-AC6F-8F7E2F11B5D7}" type="presOf" srcId="{6D3611EE-6C3C-4F9B-A295-7E0541F4AEEF}" destId="{701D5608-D3F1-49D5-9E38-55A8B0D3EF1C}" srcOrd="0" destOrd="0" presId="urn:microsoft.com/office/officeart/2016/7/layout/RepeatingBendingProcessNew"/>
    <dgm:cxn modelId="{29D14017-651C-4411-9310-53D4EDD41BE0}" type="presOf" srcId="{ABFE8795-2BEA-48A1-8F5B-709629001F73}" destId="{C3D8A486-9385-4C66-9CBD-6E888C1CD0DB}" srcOrd="0" destOrd="0" presId="urn:microsoft.com/office/officeart/2016/7/layout/RepeatingBendingProcessNew"/>
    <dgm:cxn modelId="{4EA3F91B-7764-4AFE-BB69-D579B91DCE6B}" srcId="{6D3611EE-6C3C-4F9B-A295-7E0541F4AEEF}" destId="{4BF94521-DD25-4B2D-B7FE-F5D813E73E3A}" srcOrd="0" destOrd="0" parTransId="{6FEDA40D-B1DB-4B60-A500-3FE3889BD575}" sibTransId="{50EEBA31-CB1A-4AE5-A7DA-F7F5FF37B5CA}"/>
    <dgm:cxn modelId="{EA1A671C-C8CE-4322-9D54-A782112F55F0}" type="presOf" srcId="{DB5221BC-74FE-48AF-AF57-65690F2A6D97}" destId="{64227CA7-45C6-4791-9929-6E42100E06ED}" srcOrd="0" destOrd="0" presId="urn:microsoft.com/office/officeart/2016/7/layout/RepeatingBendingProcessNew"/>
    <dgm:cxn modelId="{C5201320-66CC-401F-9091-8A9DFDB07127}" srcId="{1261EB57-DC67-4F29-B268-A8305ECBC6C5}" destId="{6D3611EE-6C3C-4F9B-A295-7E0541F4AEEF}" srcOrd="1" destOrd="0" parTransId="{AA7B004B-5908-4AB6-8F5F-9A7F6F8621CC}" sibTransId="{ABFE8795-2BEA-48A1-8F5B-709629001F73}"/>
    <dgm:cxn modelId="{D2538529-4515-4A3B-9543-185B8446EDFF}" type="presOf" srcId="{0706E9A1-E7B7-4DEE-9BDC-844E32C805FD}" destId="{ABB56C1E-8070-4DF2-96CB-8437E3F6E305}" srcOrd="1" destOrd="0" presId="urn:microsoft.com/office/officeart/2016/7/layout/RepeatingBendingProcessNew"/>
    <dgm:cxn modelId="{60EE462F-924D-46C7-8E01-45BFEDD6C422}" srcId="{1261EB57-DC67-4F29-B268-A8305ECBC6C5}" destId="{9D0C52A2-93AB-4693-9D5F-B3A88659B58C}" srcOrd="0" destOrd="0" parTransId="{D38E10EB-B66B-4025-821A-CEE29EAC6708}" sibTransId="{F103E9F0-252A-4068-BB4D-688A89E0FB4D}"/>
    <dgm:cxn modelId="{D315B536-179A-4D07-90E9-D2342B6286A8}" srcId="{1261EB57-DC67-4F29-B268-A8305ECBC6C5}" destId="{4F1AD0C8-32C9-4955-9F97-85CF7530F1BF}" srcOrd="5" destOrd="0" parTransId="{6C27790A-C312-408E-BE87-585BF4D20776}" sibTransId="{AEB6524F-E632-4B6E-BE58-6F208158F625}"/>
    <dgm:cxn modelId="{82782D42-6DB3-46F7-ABD2-CECD3607D42E}" type="presOf" srcId="{9D0C52A2-93AB-4693-9D5F-B3A88659B58C}" destId="{FEF3D6DF-0207-4262-9622-1904CB6E10CF}" srcOrd="0" destOrd="0" presId="urn:microsoft.com/office/officeart/2016/7/layout/RepeatingBendingProcessNew"/>
    <dgm:cxn modelId="{64904F78-1A04-4E76-A240-A521FFE39122}" type="presOf" srcId="{DB5221BC-74FE-48AF-AF57-65690F2A6D97}" destId="{99E5A781-26A6-49D8-8F45-8BA834544FE4}" srcOrd="1" destOrd="0" presId="urn:microsoft.com/office/officeart/2016/7/layout/RepeatingBendingProcessNew"/>
    <dgm:cxn modelId="{8E7EFE7B-CDEA-46B8-817D-EDAD9A6863A6}" type="presOf" srcId="{1261EB57-DC67-4F29-B268-A8305ECBC6C5}" destId="{EA98D26D-6FE0-4499-8489-B73B3611CDB1}" srcOrd="0" destOrd="0" presId="urn:microsoft.com/office/officeart/2016/7/layout/RepeatingBendingProcessNew"/>
    <dgm:cxn modelId="{2F2E047E-7B84-4CB2-A07C-ADE6AF238447}" type="presOf" srcId="{ABFE8795-2BEA-48A1-8F5B-709629001F73}" destId="{994B25BF-C7FC-4D0A-BDBF-DFDFC8BD27BA}" srcOrd="1" destOrd="0" presId="urn:microsoft.com/office/officeart/2016/7/layout/RepeatingBendingProcessNew"/>
    <dgm:cxn modelId="{8572B681-F9DB-4636-9625-4E70A53A59F2}" type="presOf" srcId="{857FB43C-DFB7-443F-89FE-269723A8892A}" destId="{B1EDA06D-529A-49C6-9009-0490350C5A2C}" srcOrd="1" destOrd="0" presId="urn:microsoft.com/office/officeart/2016/7/layout/RepeatingBendingProcessNew"/>
    <dgm:cxn modelId="{D2289A99-8DDB-4337-B272-1FC73EFF6B9C}" type="presOf" srcId="{F103E9F0-252A-4068-BB4D-688A89E0FB4D}" destId="{096EC415-F822-4D27-A31D-6C0BE8E93A2D}" srcOrd="1" destOrd="0" presId="urn:microsoft.com/office/officeart/2016/7/layout/RepeatingBendingProcessNew"/>
    <dgm:cxn modelId="{80C8069E-168F-42AA-9A49-C8040A3C2E24}" type="presOf" srcId="{4F1AD0C8-32C9-4955-9F97-85CF7530F1BF}" destId="{3F6489FF-E8BF-4611-B37C-712D3F621973}" srcOrd="0" destOrd="0" presId="urn:microsoft.com/office/officeart/2016/7/layout/RepeatingBendingProcessNew"/>
    <dgm:cxn modelId="{1C3753AC-6F3B-427D-9A6B-E301B7F06427}" type="presOf" srcId="{0706E9A1-E7B7-4DEE-9BDC-844E32C805FD}" destId="{B20A8C98-131F-45AE-92BC-0C7674A7CE5D}" srcOrd="0" destOrd="0" presId="urn:microsoft.com/office/officeart/2016/7/layout/RepeatingBendingProcessNew"/>
    <dgm:cxn modelId="{BFF895C9-1EF3-4302-AFD3-9EEE38C659D5}" type="presOf" srcId="{4BF94521-DD25-4B2D-B7FE-F5D813E73E3A}" destId="{701D5608-D3F1-49D5-9E38-55A8B0D3EF1C}" srcOrd="0" destOrd="1" presId="urn:microsoft.com/office/officeart/2016/7/layout/RepeatingBendingProcessNew"/>
    <dgm:cxn modelId="{760870CA-41BF-4DDC-83F8-F2E279D5E60E}" type="presOf" srcId="{857FB43C-DFB7-443F-89FE-269723A8892A}" destId="{6D3CCD20-F456-4BFE-B6F3-06D4A7B96FBC}" srcOrd="0" destOrd="0" presId="urn:microsoft.com/office/officeart/2016/7/layout/RepeatingBendingProcessNew"/>
    <dgm:cxn modelId="{571ECFD8-7948-47C6-97B8-6F2EBF85AFCD}" type="presOf" srcId="{839C548D-0F7C-4DF8-A94D-2DD35F56213C}" destId="{2BC8E6D1-3750-4D18-8275-A7FE0F18FFFF}" srcOrd="0" destOrd="0" presId="urn:microsoft.com/office/officeart/2016/7/layout/RepeatingBendingProcessNew"/>
    <dgm:cxn modelId="{F6A864E3-EA99-4917-AE92-9F67D920BA51}" srcId="{1261EB57-DC67-4F29-B268-A8305ECBC6C5}" destId="{8AAB7AEA-29C0-4DF4-8BE4-E92DDEF98F14}" srcOrd="4" destOrd="0" parTransId="{3F37D82B-3E0F-435E-AF79-BE35CB97868C}" sibTransId="{0706E9A1-E7B7-4DEE-9BDC-844E32C805FD}"/>
    <dgm:cxn modelId="{98313EF2-3EF2-46B7-9F30-44A973A5931A}" type="presOf" srcId="{02A2C4FA-465F-4240-A6B5-61B66C33244C}" destId="{3648E019-3BB8-4858-A3FE-0898947AB744}" srcOrd="0" destOrd="0" presId="urn:microsoft.com/office/officeart/2016/7/layout/RepeatingBendingProcessNew"/>
    <dgm:cxn modelId="{08FB49F2-3248-415F-9CBB-178C5CC70403}" srcId="{1261EB57-DC67-4F29-B268-A8305ECBC6C5}" destId="{02A2C4FA-465F-4240-A6B5-61B66C33244C}" srcOrd="2" destOrd="0" parTransId="{24777718-27A0-44D8-905D-A996F3916499}" sibTransId="{DB5221BC-74FE-48AF-AF57-65690F2A6D97}"/>
    <dgm:cxn modelId="{28C337F9-C680-40EF-BAEC-4D493AFFD094}" srcId="{1261EB57-DC67-4F29-B268-A8305ECBC6C5}" destId="{839C548D-0F7C-4DF8-A94D-2DD35F56213C}" srcOrd="3" destOrd="0" parTransId="{E1947594-615E-415F-B51E-A5DB26D1A984}" sibTransId="{857FB43C-DFB7-443F-89FE-269723A8892A}"/>
    <dgm:cxn modelId="{CF48C2EA-8F9C-4771-818F-258F7296BE31}" type="presParOf" srcId="{EA98D26D-6FE0-4499-8489-B73B3611CDB1}" destId="{FEF3D6DF-0207-4262-9622-1904CB6E10CF}" srcOrd="0" destOrd="0" presId="urn:microsoft.com/office/officeart/2016/7/layout/RepeatingBendingProcessNew"/>
    <dgm:cxn modelId="{BD15E63C-527E-4E92-B470-ACB050BD3748}" type="presParOf" srcId="{EA98D26D-6FE0-4499-8489-B73B3611CDB1}" destId="{3E708FA4-13A7-42F3-8121-A123DA3BAB80}" srcOrd="1" destOrd="0" presId="urn:microsoft.com/office/officeart/2016/7/layout/RepeatingBendingProcessNew"/>
    <dgm:cxn modelId="{AF523BC0-0DE1-4028-B8BC-C2E6CBC677D4}" type="presParOf" srcId="{3E708FA4-13A7-42F3-8121-A123DA3BAB80}" destId="{096EC415-F822-4D27-A31D-6C0BE8E93A2D}" srcOrd="0" destOrd="0" presId="urn:microsoft.com/office/officeart/2016/7/layout/RepeatingBendingProcessNew"/>
    <dgm:cxn modelId="{769606DE-F126-420A-8016-F9885574EDFC}" type="presParOf" srcId="{EA98D26D-6FE0-4499-8489-B73B3611CDB1}" destId="{701D5608-D3F1-49D5-9E38-55A8B0D3EF1C}" srcOrd="2" destOrd="0" presId="urn:microsoft.com/office/officeart/2016/7/layout/RepeatingBendingProcessNew"/>
    <dgm:cxn modelId="{28146902-4859-4560-9EC9-86F8D0A2C856}" type="presParOf" srcId="{EA98D26D-6FE0-4499-8489-B73B3611CDB1}" destId="{C3D8A486-9385-4C66-9CBD-6E888C1CD0DB}" srcOrd="3" destOrd="0" presId="urn:microsoft.com/office/officeart/2016/7/layout/RepeatingBendingProcessNew"/>
    <dgm:cxn modelId="{1E7E90F4-A6CE-4B9E-BA65-59981601F733}" type="presParOf" srcId="{C3D8A486-9385-4C66-9CBD-6E888C1CD0DB}" destId="{994B25BF-C7FC-4D0A-BDBF-DFDFC8BD27BA}" srcOrd="0" destOrd="0" presId="urn:microsoft.com/office/officeart/2016/7/layout/RepeatingBendingProcessNew"/>
    <dgm:cxn modelId="{5AC18F38-177A-4455-8781-BBE938878952}" type="presParOf" srcId="{EA98D26D-6FE0-4499-8489-B73B3611CDB1}" destId="{3648E019-3BB8-4858-A3FE-0898947AB744}" srcOrd="4" destOrd="0" presId="urn:microsoft.com/office/officeart/2016/7/layout/RepeatingBendingProcessNew"/>
    <dgm:cxn modelId="{33797DA6-9A87-43E8-9722-04C1B6508083}" type="presParOf" srcId="{EA98D26D-6FE0-4499-8489-B73B3611CDB1}" destId="{64227CA7-45C6-4791-9929-6E42100E06ED}" srcOrd="5" destOrd="0" presId="urn:microsoft.com/office/officeart/2016/7/layout/RepeatingBendingProcessNew"/>
    <dgm:cxn modelId="{D15C4DA9-A661-4F4B-AD45-86563805B13F}" type="presParOf" srcId="{64227CA7-45C6-4791-9929-6E42100E06ED}" destId="{99E5A781-26A6-49D8-8F45-8BA834544FE4}" srcOrd="0" destOrd="0" presId="urn:microsoft.com/office/officeart/2016/7/layout/RepeatingBendingProcessNew"/>
    <dgm:cxn modelId="{722C070B-F670-486B-8B2F-A9E9670007D9}" type="presParOf" srcId="{EA98D26D-6FE0-4499-8489-B73B3611CDB1}" destId="{2BC8E6D1-3750-4D18-8275-A7FE0F18FFFF}" srcOrd="6" destOrd="0" presId="urn:microsoft.com/office/officeart/2016/7/layout/RepeatingBendingProcessNew"/>
    <dgm:cxn modelId="{E0EB3A89-416A-4F20-8C19-0A135B6D1FCD}" type="presParOf" srcId="{EA98D26D-6FE0-4499-8489-B73B3611CDB1}" destId="{6D3CCD20-F456-4BFE-B6F3-06D4A7B96FBC}" srcOrd="7" destOrd="0" presId="urn:microsoft.com/office/officeart/2016/7/layout/RepeatingBendingProcessNew"/>
    <dgm:cxn modelId="{35DE393F-B6FD-4E60-AF9D-DD5ED1753E0E}" type="presParOf" srcId="{6D3CCD20-F456-4BFE-B6F3-06D4A7B96FBC}" destId="{B1EDA06D-529A-49C6-9009-0490350C5A2C}" srcOrd="0" destOrd="0" presId="urn:microsoft.com/office/officeart/2016/7/layout/RepeatingBendingProcessNew"/>
    <dgm:cxn modelId="{9084C30B-BD42-4C8D-AA46-5A64C6373AA9}" type="presParOf" srcId="{EA98D26D-6FE0-4499-8489-B73B3611CDB1}" destId="{A2D70130-F4A8-4B35-A724-38D8C6685DA4}" srcOrd="8" destOrd="0" presId="urn:microsoft.com/office/officeart/2016/7/layout/RepeatingBendingProcessNew"/>
    <dgm:cxn modelId="{DEF4025F-BCCE-48A3-8F02-DFD5D2F9D2C5}" type="presParOf" srcId="{EA98D26D-6FE0-4499-8489-B73B3611CDB1}" destId="{B20A8C98-131F-45AE-92BC-0C7674A7CE5D}" srcOrd="9" destOrd="0" presId="urn:microsoft.com/office/officeart/2016/7/layout/RepeatingBendingProcessNew"/>
    <dgm:cxn modelId="{2402A4C2-A253-491D-8DEC-687BD0F25747}" type="presParOf" srcId="{B20A8C98-131F-45AE-92BC-0C7674A7CE5D}" destId="{ABB56C1E-8070-4DF2-96CB-8437E3F6E305}" srcOrd="0" destOrd="0" presId="urn:microsoft.com/office/officeart/2016/7/layout/RepeatingBendingProcessNew"/>
    <dgm:cxn modelId="{CE57A347-619D-4490-AB99-2F696AFFD560}" type="presParOf" srcId="{EA98D26D-6FE0-4499-8489-B73B3611CDB1}" destId="{3F6489FF-E8BF-4611-B37C-712D3F621973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0C1120-5F40-4AC0-B3B7-3329DBB9207F}" type="doc">
      <dgm:prSet loTypeId="urn:microsoft.com/office/officeart/2005/8/layout/hierarchy2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ADC1BA2-91A2-4847-AEB6-12B0BA537021}">
      <dgm:prSet/>
      <dgm:spPr/>
      <dgm:t>
        <a:bodyPr/>
        <a:lstStyle/>
        <a:p>
          <a:r>
            <a:rPr lang="fr-FR" dirty="0"/>
            <a:t>Graphe initial : pollution brute par période</a:t>
          </a:r>
          <a:endParaRPr lang="en-US" dirty="0"/>
        </a:p>
      </dgm:t>
    </dgm:pt>
    <dgm:pt modelId="{A0A83024-A94E-49A2-BB78-4D7A095F9280}" type="parTrans" cxnId="{85E7F875-69D3-4640-869B-537584ED2FCF}">
      <dgm:prSet/>
      <dgm:spPr/>
      <dgm:t>
        <a:bodyPr/>
        <a:lstStyle/>
        <a:p>
          <a:endParaRPr lang="en-US"/>
        </a:p>
      </dgm:t>
    </dgm:pt>
    <dgm:pt modelId="{386AEE9B-2CF2-4902-BBD5-CE8D0A65D706}" type="sibTrans" cxnId="{85E7F875-69D3-4640-869B-537584ED2FCF}">
      <dgm:prSet/>
      <dgm:spPr/>
      <dgm:t>
        <a:bodyPr/>
        <a:lstStyle/>
        <a:p>
          <a:endParaRPr lang="en-US"/>
        </a:p>
      </dgm:t>
    </dgm:pt>
    <dgm:pt modelId="{9D35D1EB-BE73-41DB-8950-C84A6679EA2E}">
      <dgm:prSet/>
      <dgm:spPr/>
      <dgm:t>
        <a:bodyPr/>
        <a:lstStyle/>
        <a:p>
          <a:r>
            <a:rPr lang="fr-FR"/>
            <a:t>Application d’une propagation pondérée</a:t>
          </a:r>
          <a:endParaRPr lang="en-US"/>
        </a:p>
      </dgm:t>
    </dgm:pt>
    <dgm:pt modelId="{66C8E3F3-D0B5-4226-9515-0C2D08280589}" type="parTrans" cxnId="{981B9188-9468-4ED1-A5A2-CD0E647996CA}">
      <dgm:prSet/>
      <dgm:spPr/>
      <dgm:t>
        <a:bodyPr/>
        <a:lstStyle/>
        <a:p>
          <a:endParaRPr lang="en-US"/>
        </a:p>
      </dgm:t>
    </dgm:pt>
    <dgm:pt modelId="{FC8451AC-A7CD-443D-B7E8-3028A53EE63A}" type="sibTrans" cxnId="{981B9188-9468-4ED1-A5A2-CD0E647996CA}">
      <dgm:prSet/>
      <dgm:spPr/>
      <dgm:t>
        <a:bodyPr/>
        <a:lstStyle/>
        <a:p>
          <a:endParaRPr lang="en-US"/>
        </a:p>
      </dgm:t>
    </dgm:pt>
    <dgm:pt modelId="{1B7FDD4F-151E-4DF2-B668-73F0767998BD}">
      <dgm:prSet/>
      <dgm:spPr/>
      <dgm:t>
        <a:bodyPr/>
        <a:lstStyle/>
        <a:p>
          <a:r>
            <a:rPr lang="fr-FR"/>
            <a:t>Graphe après propagation :</a:t>
          </a:r>
          <a:endParaRPr lang="en-US"/>
        </a:p>
      </dgm:t>
    </dgm:pt>
    <dgm:pt modelId="{05335F2C-7714-490A-816E-E69A3E4FB34D}" type="parTrans" cxnId="{6952C8C9-30E5-4914-B30C-7FBA6C6B2E5D}">
      <dgm:prSet/>
      <dgm:spPr/>
      <dgm:t>
        <a:bodyPr/>
        <a:lstStyle/>
        <a:p>
          <a:endParaRPr lang="en-US"/>
        </a:p>
      </dgm:t>
    </dgm:pt>
    <dgm:pt modelId="{3ACBE1F4-EB4D-4D33-9B05-172849FDF9C8}" type="sibTrans" cxnId="{6952C8C9-30E5-4914-B30C-7FBA6C6B2E5D}">
      <dgm:prSet/>
      <dgm:spPr/>
      <dgm:t>
        <a:bodyPr/>
        <a:lstStyle/>
        <a:p>
          <a:endParaRPr lang="en-US"/>
        </a:p>
      </dgm:t>
    </dgm:pt>
    <dgm:pt modelId="{B18177AB-56EA-4711-8D3B-234084A957A8}">
      <dgm:prSet/>
      <dgm:spPr/>
      <dgm:t>
        <a:bodyPr/>
        <a:lstStyle/>
        <a:p>
          <a:r>
            <a:rPr lang="fr-FR"/>
            <a:t>réduction des écarts extrêmes</a:t>
          </a:r>
          <a:endParaRPr lang="en-US"/>
        </a:p>
      </dgm:t>
    </dgm:pt>
    <dgm:pt modelId="{557F08D3-913A-4E72-87F3-DCFB1DCF97AC}" type="parTrans" cxnId="{1788B20E-7217-42DA-AEC5-07F03C08B28C}">
      <dgm:prSet/>
      <dgm:spPr/>
      <dgm:t>
        <a:bodyPr/>
        <a:lstStyle/>
        <a:p>
          <a:endParaRPr lang="en-US"/>
        </a:p>
      </dgm:t>
    </dgm:pt>
    <dgm:pt modelId="{077AFA10-E907-47FA-BF4F-ABA14574D111}" type="sibTrans" cxnId="{1788B20E-7217-42DA-AEC5-07F03C08B28C}">
      <dgm:prSet/>
      <dgm:spPr/>
      <dgm:t>
        <a:bodyPr/>
        <a:lstStyle/>
        <a:p>
          <a:endParaRPr lang="en-US"/>
        </a:p>
      </dgm:t>
    </dgm:pt>
    <dgm:pt modelId="{96B7D607-C97E-4899-B87F-5C249839F32A}">
      <dgm:prSet/>
      <dgm:spPr/>
      <dgm:t>
        <a:bodyPr/>
        <a:lstStyle/>
        <a:p>
          <a:r>
            <a:rPr lang="fr-FR"/>
            <a:t>lissage temporel réaliste</a:t>
          </a:r>
          <a:endParaRPr lang="en-US"/>
        </a:p>
      </dgm:t>
    </dgm:pt>
    <dgm:pt modelId="{2ABDFD92-4E84-46CC-963C-D8AD28BD484B}" type="parTrans" cxnId="{637CB39D-2652-4112-B45F-C835D27A5CA3}">
      <dgm:prSet/>
      <dgm:spPr/>
      <dgm:t>
        <a:bodyPr/>
        <a:lstStyle/>
        <a:p>
          <a:endParaRPr lang="en-US"/>
        </a:p>
      </dgm:t>
    </dgm:pt>
    <dgm:pt modelId="{5A7AD1FB-FB8C-49FD-9A76-6684226593FD}" type="sibTrans" cxnId="{637CB39D-2652-4112-B45F-C835D27A5CA3}">
      <dgm:prSet/>
      <dgm:spPr/>
      <dgm:t>
        <a:bodyPr/>
        <a:lstStyle/>
        <a:p>
          <a:endParaRPr lang="en-US"/>
        </a:p>
      </dgm:t>
    </dgm:pt>
    <dgm:pt modelId="{FDA615BE-E4E8-438F-8B70-9D25DA3D3B1E}">
      <dgm:prSet/>
      <dgm:spPr/>
      <dgm:t>
        <a:bodyPr/>
        <a:lstStyle/>
        <a:p>
          <a:r>
            <a:rPr lang="fr-FR"/>
            <a:t>Export automatique en .dot et .png</a:t>
          </a:r>
          <a:endParaRPr lang="en-US"/>
        </a:p>
      </dgm:t>
    </dgm:pt>
    <dgm:pt modelId="{014E2988-EB04-4694-A281-9B6C64611C5B}" type="parTrans" cxnId="{9247DF4C-0387-4956-AB45-88EB4FB3181F}">
      <dgm:prSet/>
      <dgm:spPr/>
      <dgm:t>
        <a:bodyPr/>
        <a:lstStyle/>
        <a:p>
          <a:endParaRPr lang="en-US"/>
        </a:p>
      </dgm:t>
    </dgm:pt>
    <dgm:pt modelId="{FCC5BBC3-D268-4CD7-B096-3913A6396B13}" type="sibTrans" cxnId="{9247DF4C-0387-4956-AB45-88EB4FB3181F}">
      <dgm:prSet/>
      <dgm:spPr/>
      <dgm:t>
        <a:bodyPr/>
        <a:lstStyle/>
        <a:p>
          <a:endParaRPr lang="en-US"/>
        </a:p>
      </dgm:t>
    </dgm:pt>
    <dgm:pt modelId="{24294ECA-BBB8-46AE-9A95-CD7236EA02C0}" type="pres">
      <dgm:prSet presAssocID="{750C1120-5F40-4AC0-B3B7-3329DBB9207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7CA1612-6822-408B-9752-9BC272112B98}" type="pres">
      <dgm:prSet presAssocID="{1ADC1BA2-91A2-4847-AEB6-12B0BA537021}" presName="root1" presStyleCnt="0"/>
      <dgm:spPr/>
    </dgm:pt>
    <dgm:pt modelId="{0816BC74-183E-477E-A69C-F1C1887A421E}" type="pres">
      <dgm:prSet presAssocID="{1ADC1BA2-91A2-4847-AEB6-12B0BA537021}" presName="LevelOneTextNode" presStyleLbl="node0" presStyleIdx="0" presStyleCnt="4">
        <dgm:presLayoutVars>
          <dgm:chPref val="3"/>
        </dgm:presLayoutVars>
      </dgm:prSet>
      <dgm:spPr/>
    </dgm:pt>
    <dgm:pt modelId="{98E77DED-0F7F-4E4D-941A-89EA0DF3750E}" type="pres">
      <dgm:prSet presAssocID="{1ADC1BA2-91A2-4847-AEB6-12B0BA537021}" presName="level2hierChild" presStyleCnt="0"/>
      <dgm:spPr/>
    </dgm:pt>
    <dgm:pt modelId="{F46A8500-D3D6-428D-B6E5-FD012BE8D33A}" type="pres">
      <dgm:prSet presAssocID="{9D35D1EB-BE73-41DB-8950-C84A6679EA2E}" presName="root1" presStyleCnt="0"/>
      <dgm:spPr/>
    </dgm:pt>
    <dgm:pt modelId="{F8963EEB-8F9F-4630-94D1-8DA651FA5395}" type="pres">
      <dgm:prSet presAssocID="{9D35D1EB-BE73-41DB-8950-C84A6679EA2E}" presName="LevelOneTextNode" presStyleLbl="node0" presStyleIdx="1" presStyleCnt="4">
        <dgm:presLayoutVars>
          <dgm:chPref val="3"/>
        </dgm:presLayoutVars>
      </dgm:prSet>
      <dgm:spPr/>
    </dgm:pt>
    <dgm:pt modelId="{7C1B8B72-8C4B-4AD9-932E-3262817CED28}" type="pres">
      <dgm:prSet presAssocID="{9D35D1EB-BE73-41DB-8950-C84A6679EA2E}" presName="level2hierChild" presStyleCnt="0"/>
      <dgm:spPr/>
    </dgm:pt>
    <dgm:pt modelId="{8B34A0F6-AB47-4B47-B60C-1549EC42A7AB}" type="pres">
      <dgm:prSet presAssocID="{1B7FDD4F-151E-4DF2-B668-73F0767998BD}" presName="root1" presStyleCnt="0"/>
      <dgm:spPr/>
    </dgm:pt>
    <dgm:pt modelId="{4F0A0A7A-0B3D-4679-919A-F7096C149F20}" type="pres">
      <dgm:prSet presAssocID="{1B7FDD4F-151E-4DF2-B668-73F0767998BD}" presName="LevelOneTextNode" presStyleLbl="node0" presStyleIdx="2" presStyleCnt="4">
        <dgm:presLayoutVars>
          <dgm:chPref val="3"/>
        </dgm:presLayoutVars>
      </dgm:prSet>
      <dgm:spPr/>
    </dgm:pt>
    <dgm:pt modelId="{E5DBE090-A6D5-42EC-9A82-9A113EC21D77}" type="pres">
      <dgm:prSet presAssocID="{1B7FDD4F-151E-4DF2-B668-73F0767998BD}" presName="level2hierChild" presStyleCnt="0"/>
      <dgm:spPr/>
    </dgm:pt>
    <dgm:pt modelId="{667E1F97-07F2-4B88-BBD0-1E3827C8F5CA}" type="pres">
      <dgm:prSet presAssocID="{557F08D3-913A-4E72-87F3-DCFB1DCF97AC}" presName="conn2-1" presStyleLbl="parChTrans1D2" presStyleIdx="0" presStyleCnt="2"/>
      <dgm:spPr/>
    </dgm:pt>
    <dgm:pt modelId="{099EBEDD-92B0-4E24-B2FA-41D14A525C96}" type="pres">
      <dgm:prSet presAssocID="{557F08D3-913A-4E72-87F3-DCFB1DCF97AC}" presName="connTx" presStyleLbl="parChTrans1D2" presStyleIdx="0" presStyleCnt="2"/>
      <dgm:spPr/>
    </dgm:pt>
    <dgm:pt modelId="{D6D6CE91-7DA9-4026-AFD4-B0638115E75C}" type="pres">
      <dgm:prSet presAssocID="{B18177AB-56EA-4711-8D3B-234084A957A8}" presName="root2" presStyleCnt="0"/>
      <dgm:spPr/>
    </dgm:pt>
    <dgm:pt modelId="{3F551E4F-109F-48A2-B0A6-7A77299D870A}" type="pres">
      <dgm:prSet presAssocID="{B18177AB-56EA-4711-8D3B-234084A957A8}" presName="LevelTwoTextNode" presStyleLbl="node2" presStyleIdx="0" presStyleCnt="2">
        <dgm:presLayoutVars>
          <dgm:chPref val="3"/>
        </dgm:presLayoutVars>
      </dgm:prSet>
      <dgm:spPr/>
    </dgm:pt>
    <dgm:pt modelId="{7D4C7825-4562-42C2-92AE-19A084D98B64}" type="pres">
      <dgm:prSet presAssocID="{B18177AB-56EA-4711-8D3B-234084A957A8}" presName="level3hierChild" presStyleCnt="0"/>
      <dgm:spPr/>
    </dgm:pt>
    <dgm:pt modelId="{A536FF86-BA45-4319-A7F6-9B443EC3A902}" type="pres">
      <dgm:prSet presAssocID="{2ABDFD92-4E84-46CC-963C-D8AD28BD484B}" presName="conn2-1" presStyleLbl="parChTrans1D2" presStyleIdx="1" presStyleCnt="2"/>
      <dgm:spPr/>
    </dgm:pt>
    <dgm:pt modelId="{DA83F6A7-AC1E-468D-AD13-33B464DF9A3A}" type="pres">
      <dgm:prSet presAssocID="{2ABDFD92-4E84-46CC-963C-D8AD28BD484B}" presName="connTx" presStyleLbl="parChTrans1D2" presStyleIdx="1" presStyleCnt="2"/>
      <dgm:spPr/>
    </dgm:pt>
    <dgm:pt modelId="{F840F1ED-97C3-4A90-A48D-0F2B52BA50B8}" type="pres">
      <dgm:prSet presAssocID="{96B7D607-C97E-4899-B87F-5C249839F32A}" presName="root2" presStyleCnt="0"/>
      <dgm:spPr/>
    </dgm:pt>
    <dgm:pt modelId="{A0D54C09-D354-445E-8355-C7BE2F90CDBD}" type="pres">
      <dgm:prSet presAssocID="{96B7D607-C97E-4899-B87F-5C249839F32A}" presName="LevelTwoTextNode" presStyleLbl="node2" presStyleIdx="1" presStyleCnt="2">
        <dgm:presLayoutVars>
          <dgm:chPref val="3"/>
        </dgm:presLayoutVars>
      </dgm:prSet>
      <dgm:spPr/>
    </dgm:pt>
    <dgm:pt modelId="{A44211BD-2C9A-4F09-A2D2-9843FA6FC806}" type="pres">
      <dgm:prSet presAssocID="{96B7D607-C97E-4899-B87F-5C249839F32A}" presName="level3hierChild" presStyleCnt="0"/>
      <dgm:spPr/>
    </dgm:pt>
    <dgm:pt modelId="{167B700C-90A7-4C04-9CEA-BED672044F16}" type="pres">
      <dgm:prSet presAssocID="{FDA615BE-E4E8-438F-8B70-9D25DA3D3B1E}" presName="root1" presStyleCnt="0"/>
      <dgm:spPr/>
    </dgm:pt>
    <dgm:pt modelId="{EF7FDFF1-A2E0-4888-A78F-9CC6EFB43DA1}" type="pres">
      <dgm:prSet presAssocID="{FDA615BE-E4E8-438F-8B70-9D25DA3D3B1E}" presName="LevelOneTextNode" presStyleLbl="node0" presStyleIdx="3" presStyleCnt="4">
        <dgm:presLayoutVars>
          <dgm:chPref val="3"/>
        </dgm:presLayoutVars>
      </dgm:prSet>
      <dgm:spPr/>
    </dgm:pt>
    <dgm:pt modelId="{F2050C6B-17E2-4FB2-A848-C92AAB2E67E4}" type="pres">
      <dgm:prSet presAssocID="{FDA615BE-E4E8-438F-8B70-9D25DA3D3B1E}" presName="level2hierChild" presStyleCnt="0"/>
      <dgm:spPr/>
    </dgm:pt>
  </dgm:ptLst>
  <dgm:cxnLst>
    <dgm:cxn modelId="{1788B20E-7217-42DA-AEC5-07F03C08B28C}" srcId="{1B7FDD4F-151E-4DF2-B668-73F0767998BD}" destId="{B18177AB-56EA-4711-8D3B-234084A957A8}" srcOrd="0" destOrd="0" parTransId="{557F08D3-913A-4E72-87F3-DCFB1DCF97AC}" sibTransId="{077AFA10-E907-47FA-BF4F-ABA14574D111}"/>
    <dgm:cxn modelId="{55DB672A-96E7-4268-ACE3-44A1B59B5F98}" type="presOf" srcId="{96B7D607-C97E-4899-B87F-5C249839F32A}" destId="{A0D54C09-D354-445E-8355-C7BE2F90CDBD}" srcOrd="0" destOrd="0" presId="urn:microsoft.com/office/officeart/2005/8/layout/hierarchy2"/>
    <dgm:cxn modelId="{9E85AF3C-8098-4065-B9B1-11307AAA5435}" type="presOf" srcId="{2ABDFD92-4E84-46CC-963C-D8AD28BD484B}" destId="{A536FF86-BA45-4319-A7F6-9B443EC3A902}" srcOrd="0" destOrd="0" presId="urn:microsoft.com/office/officeart/2005/8/layout/hierarchy2"/>
    <dgm:cxn modelId="{BE02DE65-9EBC-426F-8E2B-5335F912B5F5}" type="presOf" srcId="{750C1120-5F40-4AC0-B3B7-3329DBB9207F}" destId="{24294ECA-BBB8-46AE-9A95-CD7236EA02C0}" srcOrd="0" destOrd="0" presId="urn:microsoft.com/office/officeart/2005/8/layout/hierarchy2"/>
    <dgm:cxn modelId="{9247DF4C-0387-4956-AB45-88EB4FB3181F}" srcId="{750C1120-5F40-4AC0-B3B7-3329DBB9207F}" destId="{FDA615BE-E4E8-438F-8B70-9D25DA3D3B1E}" srcOrd="3" destOrd="0" parTransId="{014E2988-EB04-4694-A281-9B6C64611C5B}" sibTransId="{FCC5BBC3-D268-4CD7-B096-3913A6396B13}"/>
    <dgm:cxn modelId="{946BAA6F-4F52-44D1-8BB3-30B5439CD304}" type="presOf" srcId="{2ABDFD92-4E84-46CC-963C-D8AD28BD484B}" destId="{DA83F6A7-AC1E-468D-AD13-33B464DF9A3A}" srcOrd="1" destOrd="0" presId="urn:microsoft.com/office/officeart/2005/8/layout/hierarchy2"/>
    <dgm:cxn modelId="{A704E873-3D66-456C-A0C7-3F20BF93261D}" type="presOf" srcId="{B18177AB-56EA-4711-8D3B-234084A957A8}" destId="{3F551E4F-109F-48A2-B0A6-7A77299D870A}" srcOrd="0" destOrd="0" presId="urn:microsoft.com/office/officeart/2005/8/layout/hierarchy2"/>
    <dgm:cxn modelId="{85E7F875-69D3-4640-869B-537584ED2FCF}" srcId="{750C1120-5F40-4AC0-B3B7-3329DBB9207F}" destId="{1ADC1BA2-91A2-4847-AEB6-12B0BA537021}" srcOrd="0" destOrd="0" parTransId="{A0A83024-A94E-49A2-BB78-4D7A095F9280}" sibTransId="{386AEE9B-2CF2-4902-BBD5-CE8D0A65D706}"/>
    <dgm:cxn modelId="{B143817E-3B7D-4AAC-9EF9-FAEADD1D3D55}" type="presOf" srcId="{1B7FDD4F-151E-4DF2-B668-73F0767998BD}" destId="{4F0A0A7A-0B3D-4679-919A-F7096C149F20}" srcOrd="0" destOrd="0" presId="urn:microsoft.com/office/officeart/2005/8/layout/hierarchy2"/>
    <dgm:cxn modelId="{981B9188-9468-4ED1-A5A2-CD0E647996CA}" srcId="{750C1120-5F40-4AC0-B3B7-3329DBB9207F}" destId="{9D35D1EB-BE73-41DB-8950-C84A6679EA2E}" srcOrd="1" destOrd="0" parTransId="{66C8E3F3-D0B5-4226-9515-0C2D08280589}" sibTransId="{FC8451AC-A7CD-443D-B7E8-3028A53EE63A}"/>
    <dgm:cxn modelId="{83D10692-026C-46CA-9F02-9B7E905CFD71}" type="presOf" srcId="{9D35D1EB-BE73-41DB-8950-C84A6679EA2E}" destId="{F8963EEB-8F9F-4630-94D1-8DA651FA5395}" srcOrd="0" destOrd="0" presId="urn:microsoft.com/office/officeart/2005/8/layout/hierarchy2"/>
    <dgm:cxn modelId="{637CB39D-2652-4112-B45F-C835D27A5CA3}" srcId="{1B7FDD4F-151E-4DF2-B668-73F0767998BD}" destId="{96B7D607-C97E-4899-B87F-5C249839F32A}" srcOrd="1" destOrd="0" parTransId="{2ABDFD92-4E84-46CC-963C-D8AD28BD484B}" sibTransId="{5A7AD1FB-FB8C-49FD-9A76-6684226593FD}"/>
    <dgm:cxn modelId="{22A147A7-34E6-47BE-8FAF-93109D612A62}" type="presOf" srcId="{1ADC1BA2-91A2-4847-AEB6-12B0BA537021}" destId="{0816BC74-183E-477E-A69C-F1C1887A421E}" srcOrd="0" destOrd="0" presId="urn:microsoft.com/office/officeart/2005/8/layout/hierarchy2"/>
    <dgm:cxn modelId="{3A2C08A9-D889-4FBA-9530-62D78A5AD5BF}" type="presOf" srcId="{557F08D3-913A-4E72-87F3-DCFB1DCF97AC}" destId="{099EBEDD-92B0-4E24-B2FA-41D14A525C96}" srcOrd="1" destOrd="0" presId="urn:microsoft.com/office/officeart/2005/8/layout/hierarchy2"/>
    <dgm:cxn modelId="{6952C8C9-30E5-4914-B30C-7FBA6C6B2E5D}" srcId="{750C1120-5F40-4AC0-B3B7-3329DBB9207F}" destId="{1B7FDD4F-151E-4DF2-B668-73F0767998BD}" srcOrd="2" destOrd="0" parTransId="{05335F2C-7714-490A-816E-E69A3E4FB34D}" sibTransId="{3ACBE1F4-EB4D-4D33-9B05-172849FDF9C8}"/>
    <dgm:cxn modelId="{BA5877D7-52E8-427C-9C92-BAF266B49974}" type="presOf" srcId="{557F08D3-913A-4E72-87F3-DCFB1DCF97AC}" destId="{667E1F97-07F2-4B88-BBD0-1E3827C8F5CA}" srcOrd="0" destOrd="0" presId="urn:microsoft.com/office/officeart/2005/8/layout/hierarchy2"/>
    <dgm:cxn modelId="{1385ADFD-EE60-4D8E-A021-48F83BCD2A86}" type="presOf" srcId="{FDA615BE-E4E8-438F-8B70-9D25DA3D3B1E}" destId="{EF7FDFF1-A2E0-4888-A78F-9CC6EFB43DA1}" srcOrd="0" destOrd="0" presId="urn:microsoft.com/office/officeart/2005/8/layout/hierarchy2"/>
    <dgm:cxn modelId="{587F0377-4EA8-4792-B164-7F598338DF24}" type="presParOf" srcId="{24294ECA-BBB8-46AE-9A95-CD7236EA02C0}" destId="{07CA1612-6822-408B-9752-9BC272112B98}" srcOrd="0" destOrd="0" presId="urn:microsoft.com/office/officeart/2005/8/layout/hierarchy2"/>
    <dgm:cxn modelId="{CFDEDAAA-79E5-4D97-A063-268C79E09AFD}" type="presParOf" srcId="{07CA1612-6822-408B-9752-9BC272112B98}" destId="{0816BC74-183E-477E-A69C-F1C1887A421E}" srcOrd="0" destOrd="0" presId="urn:microsoft.com/office/officeart/2005/8/layout/hierarchy2"/>
    <dgm:cxn modelId="{3BCD5E46-4CC2-4D03-A019-280AD60E9338}" type="presParOf" srcId="{07CA1612-6822-408B-9752-9BC272112B98}" destId="{98E77DED-0F7F-4E4D-941A-89EA0DF3750E}" srcOrd="1" destOrd="0" presId="urn:microsoft.com/office/officeart/2005/8/layout/hierarchy2"/>
    <dgm:cxn modelId="{0B8F662E-1F76-4EF0-99BA-E5829747C5A0}" type="presParOf" srcId="{24294ECA-BBB8-46AE-9A95-CD7236EA02C0}" destId="{F46A8500-D3D6-428D-B6E5-FD012BE8D33A}" srcOrd="1" destOrd="0" presId="urn:microsoft.com/office/officeart/2005/8/layout/hierarchy2"/>
    <dgm:cxn modelId="{DF27230C-7681-4B8B-AC2B-E4B978BBAC0A}" type="presParOf" srcId="{F46A8500-D3D6-428D-B6E5-FD012BE8D33A}" destId="{F8963EEB-8F9F-4630-94D1-8DA651FA5395}" srcOrd="0" destOrd="0" presId="urn:microsoft.com/office/officeart/2005/8/layout/hierarchy2"/>
    <dgm:cxn modelId="{2F39F9EC-EC79-4BF1-99D1-331343F4B534}" type="presParOf" srcId="{F46A8500-D3D6-428D-B6E5-FD012BE8D33A}" destId="{7C1B8B72-8C4B-4AD9-932E-3262817CED28}" srcOrd="1" destOrd="0" presId="urn:microsoft.com/office/officeart/2005/8/layout/hierarchy2"/>
    <dgm:cxn modelId="{D599927F-A4AA-467E-B6F5-AA345D7C41B5}" type="presParOf" srcId="{24294ECA-BBB8-46AE-9A95-CD7236EA02C0}" destId="{8B34A0F6-AB47-4B47-B60C-1549EC42A7AB}" srcOrd="2" destOrd="0" presId="urn:microsoft.com/office/officeart/2005/8/layout/hierarchy2"/>
    <dgm:cxn modelId="{E8646534-F5A3-47FF-9F35-C1BE57EC426D}" type="presParOf" srcId="{8B34A0F6-AB47-4B47-B60C-1549EC42A7AB}" destId="{4F0A0A7A-0B3D-4679-919A-F7096C149F20}" srcOrd="0" destOrd="0" presId="urn:microsoft.com/office/officeart/2005/8/layout/hierarchy2"/>
    <dgm:cxn modelId="{46BD7A0F-5ED0-49A6-97C8-ACCAEF6FB99C}" type="presParOf" srcId="{8B34A0F6-AB47-4B47-B60C-1549EC42A7AB}" destId="{E5DBE090-A6D5-42EC-9A82-9A113EC21D77}" srcOrd="1" destOrd="0" presId="urn:microsoft.com/office/officeart/2005/8/layout/hierarchy2"/>
    <dgm:cxn modelId="{36452D9C-7882-47CF-8C8F-21E91B3F92A3}" type="presParOf" srcId="{E5DBE090-A6D5-42EC-9A82-9A113EC21D77}" destId="{667E1F97-07F2-4B88-BBD0-1E3827C8F5CA}" srcOrd="0" destOrd="0" presId="urn:microsoft.com/office/officeart/2005/8/layout/hierarchy2"/>
    <dgm:cxn modelId="{C76D0E4E-3054-4813-A2CF-EFEF9F05B8AD}" type="presParOf" srcId="{667E1F97-07F2-4B88-BBD0-1E3827C8F5CA}" destId="{099EBEDD-92B0-4E24-B2FA-41D14A525C96}" srcOrd="0" destOrd="0" presId="urn:microsoft.com/office/officeart/2005/8/layout/hierarchy2"/>
    <dgm:cxn modelId="{E4CDB320-5DD5-4684-A441-A164B148695A}" type="presParOf" srcId="{E5DBE090-A6D5-42EC-9A82-9A113EC21D77}" destId="{D6D6CE91-7DA9-4026-AFD4-B0638115E75C}" srcOrd="1" destOrd="0" presId="urn:microsoft.com/office/officeart/2005/8/layout/hierarchy2"/>
    <dgm:cxn modelId="{8A98F9CA-F3C5-473F-BAA8-0AF8A3D6EFBC}" type="presParOf" srcId="{D6D6CE91-7DA9-4026-AFD4-B0638115E75C}" destId="{3F551E4F-109F-48A2-B0A6-7A77299D870A}" srcOrd="0" destOrd="0" presId="urn:microsoft.com/office/officeart/2005/8/layout/hierarchy2"/>
    <dgm:cxn modelId="{196369A1-A64B-4309-92F4-639BBC82508F}" type="presParOf" srcId="{D6D6CE91-7DA9-4026-AFD4-B0638115E75C}" destId="{7D4C7825-4562-42C2-92AE-19A084D98B64}" srcOrd="1" destOrd="0" presId="urn:microsoft.com/office/officeart/2005/8/layout/hierarchy2"/>
    <dgm:cxn modelId="{CCF0EC5D-DBF9-44C9-85FF-637B2EE58740}" type="presParOf" srcId="{E5DBE090-A6D5-42EC-9A82-9A113EC21D77}" destId="{A536FF86-BA45-4319-A7F6-9B443EC3A902}" srcOrd="2" destOrd="0" presId="urn:microsoft.com/office/officeart/2005/8/layout/hierarchy2"/>
    <dgm:cxn modelId="{D1EAE42E-DA70-4567-A8EB-09DE8BB3284F}" type="presParOf" srcId="{A536FF86-BA45-4319-A7F6-9B443EC3A902}" destId="{DA83F6A7-AC1E-468D-AD13-33B464DF9A3A}" srcOrd="0" destOrd="0" presId="urn:microsoft.com/office/officeart/2005/8/layout/hierarchy2"/>
    <dgm:cxn modelId="{FACBD3B6-5B09-4EA7-8371-E672D2DD1C8C}" type="presParOf" srcId="{E5DBE090-A6D5-42EC-9A82-9A113EC21D77}" destId="{F840F1ED-97C3-4A90-A48D-0F2B52BA50B8}" srcOrd="3" destOrd="0" presId="urn:microsoft.com/office/officeart/2005/8/layout/hierarchy2"/>
    <dgm:cxn modelId="{92BDDAEB-0CB3-4655-8CA3-85D0CC107687}" type="presParOf" srcId="{F840F1ED-97C3-4A90-A48D-0F2B52BA50B8}" destId="{A0D54C09-D354-445E-8355-C7BE2F90CDBD}" srcOrd="0" destOrd="0" presId="urn:microsoft.com/office/officeart/2005/8/layout/hierarchy2"/>
    <dgm:cxn modelId="{D9B47A81-20EC-48F1-9C4A-8D489E584281}" type="presParOf" srcId="{F840F1ED-97C3-4A90-A48D-0F2B52BA50B8}" destId="{A44211BD-2C9A-4F09-A2D2-9843FA6FC806}" srcOrd="1" destOrd="0" presId="urn:microsoft.com/office/officeart/2005/8/layout/hierarchy2"/>
    <dgm:cxn modelId="{03F6E0D0-0D2C-46C2-8C4E-BCA444AEA4CC}" type="presParOf" srcId="{24294ECA-BBB8-46AE-9A95-CD7236EA02C0}" destId="{167B700C-90A7-4C04-9CEA-BED672044F16}" srcOrd="3" destOrd="0" presId="urn:microsoft.com/office/officeart/2005/8/layout/hierarchy2"/>
    <dgm:cxn modelId="{A5E2F7D1-1015-42EF-AEC7-1582B80C180D}" type="presParOf" srcId="{167B700C-90A7-4C04-9CEA-BED672044F16}" destId="{EF7FDFF1-A2E0-4888-A78F-9CC6EFB43DA1}" srcOrd="0" destOrd="0" presId="urn:microsoft.com/office/officeart/2005/8/layout/hierarchy2"/>
    <dgm:cxn modelId="{C80D7E29-A6ED-4433-A546-C1C4A04CD85F}" type="presParOf" srcId="{167B700C-90A7-4C04-9CEA-BED672044F16}" destId="{F2050C6B-17E2-4FB2-A848-C92AAB2E67E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360D5A-F81D-4ADC-848F-36E27B28BDD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894FEFC-00C2-4557-8253-0920E9A6E13C}">
      <dgm:prSet/>
      <dgm:spPr/>
      <dgm:t>
        <a:bodyPr/>
        <a:lstStyle/>
        <a:p>
          <a:r>
            <a:rPr lang="fr-FR" b="1"/>
            <a:t>Limites :</a:t>
          </a:r>
          <a:endParaRPr lang="en-US"/>
        </a:p>
      </dgm:t>
    </dgm:pt>
    <dgm:pt modelId="{5A5BB93D-B256-4D4A-8191-D0555E3B6A74}" type="parTrans" cxnId="{6C9147BF-1868-4FD5-8A4E-A877E02AC552}">
      <dgm:prSet/>
      <dgm:spPr/>
      <dgm:t>
        <a:bodyPr/>
        <a:lstStyle/>
        <a:p>
          <a:endParaRPr lang="en-US"/>
        </a:p>
      </dgm:t>
    </dgm:pt>
    <dgm:pt modelId="{271F30BD-BF6D-42BD-BD13-8152D9BFDAFF}" type="sibTrans" cxnId="{6C9147BF-1868-4FD5-8A4E-A877E02AC552}">
      <dgm:prSet/>
      <dgm:spPr/>
      <dgm:t>
        <a:bodyPr/>
        <a:lstStyle/>
        <a:p>
          <a:endParaRPr lang="en-US"/>
        </a:p>
      </dgm:t>
    </dgm:pt>
    <dgm:pt modelId="{600FD384-FC67-44C5-979F-719A587AC22A}">
      <dgm:prSet/>
      <dgm:spPr/>
      <dgm:t>
        <a:bodyPr/>
        <a:lstStyle/>
        <a:p>
          <a:r>
            <a:rPr lang="fr-FR"/>
            <a:t>Données d’une seule station</a:t>
          </a:r>
          <a:endParaRPr lang="en-US"/>
        </a:p>
      </dgm:t>
    </dgm:pt>
    <dgm:pt modelId="{27BC36F6-AEA2-4D4F-9528-D1305C7AF354}" type="parTrans" cxnId="{75728D07-E0C5-4112-ADEF-946BCC5BAFDE}">
      <dgm:prSet/>
      <dgm:spPr/>
      <dgm:t>
        <a:bodyPr/>
        <a:lstStyle/>
        <a:p>
          <a:endParaRPr lang="en-US"/>
        </a:p>
      </dgm:t>
    </dgm:pt>
    <dgm:pt modelId="{1BDD1003-DC1D-4CBA-AB25-55D253E8E5A2}" type="sibTrans" cxnId="{75728D07-E0C5-4112-ADEF-946BCC5BAFDE}">
      <dgm:prSet/>
      <dgm:spPr/>
      <dgm:t>
        <a:bodyPr/>
        <a:lstStyle/>
        <a:p>
          <a:endParaRPr lang="en-US"/>
        </a:p>
      </dgm:t>
    </dgm:pt>
    <dgm:pt modelId="{B51EEB72-93D1-4E10-849D-0A475C3DD1B0}">
      <dgm:prSet/>
      <dgm:spPr/>
      <dgm:t>
        <a:bodyPr/>
        <a:lstStyle/>
        <a:p>
          <a:r>
            <a:rPr lang="fr-FR"/>
            <a:t>Pas d’optimisation poussée des hyperparamètres</a:t>
          </a:r>
          <a:endParaRPr lang="en-US"/>
        </a:p>
      </dgm:t>
    </dgm:pt>
    <dgm:pt modelId="{58A4E814-9DC6-457F-A7C7-307CB55871D1}" type="parTrans" cxnId="{536C5D06-D493-4343-AAF4-DAB993440BF4}">
      <dgm:prSet/>
      <dgm:spPr/>
      <dgm:t>
        <a:bodyPr/>
        <a:lstStyle/>
        <a:p>
          <a:endParaRPr lang="en-US"/>
        </a:p>
      </dgm:t>
    </dgm:pt>
    <dgm:pt modelId="{2F622715-9B5A-45A5-8CFF-68D52CB12DBA}" type="sibTrans" cxnId="{536C5D06-D493-4343-AAF4-DAB993440BF4}">
      <dgm:prSet/>
      <dgm:spPr/>
      <dgm:t>
        <a:bodyPr/>
        <a:lstStyle/>
        <a:p>
          <a:endParaRPr lang="en-US"/>
        </a:p>
      </dgm:t>
    </dgm:pt>
    <dgm:pt modelId="{E78C8F75-40E9-45E5-B579-E7B759EE6365}">
      <dgm:prSet/>
      <dgm:spPr/>
      <dgm:t>
        <a:bodyPr/>
        <a:lstStyle/>
        <a:p>
          <a:r>
            <a:rPr lang="fr-FR"/>
            <a:t>Modèles purement tabulaires</a:t>
          </a:r>
          <a:endParaRPr lang="en-US"/>
        </a:p>
      </dgm:t>
    </dgm:pt>
    <dgm:pt modelId="{A239D988-0929-4559-91EF-8D34F29C08F1}" type="parTrans" cxnId="{0E73C138-C268-49BE-88D7-2CAB335DBC4F}">
      <dgm:prSet/>
      <dgm:spPr/>
      <dgm:t>
        <a:bodyPr/>
        <a:lstStyle/>
        <a:p>
          <a:endParaRPr lang="en-US"/>
        </a:p>
      </dgm:t>
    </dgm:pt>
    <dgm:pt modelId="{09D99566-9AA5-42A0-8DBF-A89EB5A8EE10}" type="sibTrans" cxnId="{0E73C138-C268-49BE-88D7-2CAB335DBC4F}">
      <dgm:prSet/>
      <dgm:spPr/>
      <dgm:t>
        <a:bodyPr/>
        <a:lstStyle/>
        <a:p>
          <a:endParaRPr lang="en-US"/>
        </a:p>
      </dgm:t>
    </dgm:pt>
    <dgm:pt modelId="{768BC396-3196-43A3-95AD-E9A7195FC643}">
      <dgm:prSet/>
      <dgm:spPr/>
      <dgm:t>
        <a:bodyPr/>
        <a:lstStyle/>
        <a:p>
          <a:r>
            <a:rPr lang="fr-FR" b="1"/>
            <a:t>Perspectives :</a:t>
          </a:r>
          <a:endParaRPr lang="en-US"/>
        </a:p>
      </dgm:t>
    </dgm:pt>
    <dgm:pt modelId="{953908B9-E196-44F9-828C-386DDC04E6BA}" type="parTrans" cxnId="{FD6E22EE-4345-428C-ABC8-5DCB19CB4C87}">
      <dgm:prSet/>
      <dgm:spPr/>
      <dgm:t>
        <a:bodyPr/>
        <a:lstStyle/>
        <a:p>
          <a:endParaRPr lang="en-US"/>
        </a:p>
      </dgm:t>
    </dgm:pt>
    <dgm:pt modelId="{EC947520-CEB1-4161-9A0E-C8E259668146}" type="sibTrans" cxnId="{FD6E22EE-4345-428C-ABC8-5DCB19CB4C87}">
      <dgm:prSet/>
      <dgm:spPr/>
      <dgm:t>
        <a:bodyPr/>
        <a:lstStyle/>
        <a:p>
          <a:endParaRPr lang="en-US"/>
        </a:p>
      </dgm:t>
    </dgm:pt>
    <dgm:pt modelId="{9DF590B6-92AA-41B2-A9B9-ECB79E28E355}">
      <dgm:prSet/>
      <dgm:spPr/>
      <dgm:t>
        <a:bodyPr/>
        <a:lstStyle/>
        <a:p>
          <a:r>
            <a:rPr lang="fr-FR"/>
            <a:t>Ajout de données spatiales</a:t>
          </a:r>
          <a:endParaRPr lang="en-US"/>
        </a:p>
      </dgm:t>
    </dgm:pt>
    <dgm:pt modelId="{789A56F7-B4A0-430F-A3C4-04230AF86719}" type="parTrans" cxnId="{2ADDC7E0-5DA7-4235-93CD-F63D05C29385}">
      <dgm:prSet/>
      <dgm:spPr/>
      <dgm:t>
        <a:bodyPr/>
        <a:lstStyle/>
        <a:p>
          <a:endParaRPr lang="en-US"/>
        </a:p>
      </dgm:t>
    </dgm:pt>
    <dgm:pt modelId="{0B955448-8501-4BA2-8053-6429DDA2E1FE}" type="sibTrans" cxnId="{2ADDC7E0-5DA7-4235-93CD-F63D05C29385}">
      <dgm:prSet/>
      <dgm:spPr/>
      <dgm:t>
        <a:bodyPr/>
        <a:lstStyle/>
        <a:p>
          <a:endParaRPr lang="en-US"/>
        </a:p>
      </dgm:t>
    </dgm:pt>
    <dgm:pt modelId="{758019FE-885D-4CF9-9B5E-88BEA207901E}">
      <dgm:prSet/>
      <dgm:spPr/>
      <dgm:t>
        <a:bodyPr/>
        <a:lstStyle/>
        <a:p>
          <a:r>
            <a:rPr lang="fr-FR" dirty="0"/>
            <a:t>Séries temporelles</a:t>
          </a:r>
          <a:endParaRPr lang="en-US" dirty="0"/>
        </a:p>
      </dgm:t>
    </dgm:pt>
    <dgm:pt modelId="{DA5FBDC0-D486-4113-9D9E-E9A8DDE416AB}" type="parTrans" cxnId="{D367B8C4-733E-4BA3-A44B-325EF3C54880}">
      <dgm:prSet/>
      <dgm:spPr/>
      <dgm:t>
        <a:bodyPr/>
        <a:lstStyle/>
        <a:p>
          <a:endParaRPr lang="en-US"/>
        </a:p>
      </dgm:t>
    </dgm:pt>
    <dgm:pt modelId="{4485E15C-0C65-461A-8C56-E8A42A74ED20}" type="sibTrans" cxnId="{D367B8C4-733E-4BA3-A44B-325EF3C54880}">
      <dgm:prSet/>
      <dgm:spPr/>
      <dgm:t>
        <a:bodyPr/>
        <a:lstStyle/>
        <a:p>
          <a:endParaRPr lang="en-US"/>
        </a:p>
      </dgm:t>
    </dgm:pt>
    <dgm:pt modelId="{E010960D-29DA-456F-8594-3F4CA6E9C221}">
      <dgm:prSet/>
      <dgm:spPr/>
      <dgm:t>
        <a:bodyPr/>
        <a:lstStyle/>
        <a:p>
          <a:r>
            <a:rPr lang="fr-FR" dirty="0"/>
            <a:t>Prévisions multi-horizon</a:t>
          </a:r>
          <a:endParaRPr lang="en-US" dirty="0"/>
        </a:p>
      </dgm:t>
    </dgm:pt>
    <dgm:pt modelId="{C91F9BC0-DBBA-4178-93DB-16ED48012D0E}" type="parTrans" cxnId="{B03BD18D-0826-4EB2-A46E-9921CEDBC619}">
      <dgm:prSet/>
      <dgm:spPr/>
      <dgm:t>
        <a:bodyPr/>
        <a:lstStyle/>
        <a:p>
          <a:endParaRPr lang="en-US"/>
        </a:p>
      </dgm:t>
    </dgm:pt>
    <dgm:pt modelId="{C3121ABF-BDF1-4B97-A1F4-41A52EB3113F}" type="sibTrans" cxnId="{B03BD18D-0826-4EB2-A46E-9921CEDBC619}">
      <dgm:prSet/>
      <dgm:spPr/>
      <dgm:t>
        <a:bodyPr/>
        <a:lstStyle/>
        <a:p>
          <a:endParaRPr lang="en-US"/>
        </a:p>
      </dgm:t>
    </dgm:pt>
    <dgm:pt modelId="{4131E605-90A4-44C3-9E23-5312BE32C9B1}" type="pres">
      <dgm:prSet presAssocID="{AC360D5A-F81D-4ADC-848F-36E27B28BDD9}" presName="linear" presStyleCnt="0">
        <dgm:presLayoutVars>
          <dgm:animLvl val="lvl"/>
          <dgm:resizeHandles val="exact"/>
        </dgm:presLayoutVars>
      </dgm:prSet>
      <dgm:spPr/>
    </dgm:pt>
    <dgm:pt modelId="{09EC6DB1-2A02-415A-B325-8A956FA2C685}" type="pres">
      <dgm:prSet presAssocID="{A894FEFC-00C2-4557-8253-0920E9A6E13C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FA65A3B4-F9BF-47C7-910B-D807D853E599}" type="pres">
      <dgm:prSet presAssocID="{271F30BD-BF6D-42BD-BD13-8152D9BFDAFF}" presName="spacer" presStyleCnt="0"/>
      <dgm:spPr/>
    </dgm:pt>
    <dgm:pt modelId="{E32003C7-6EFE-470F-886A-5DE3395149DB}" type="pres">
      <dgm:prSet presAssocID="{600FD384-FC67-44C5-979F-719A587AC22A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96585849-E492-4324-97F2-88EC3BB561FB}" type="pres">
      <dgm:prSet presAssocID="{1BDD1003-DC1D-4CBA-AB25-55D253E8E5A2}" presName="spacer" presStyleCnt="0"/>
      <dgm:spPr/>
    </dgm:pt>
    <dgm:pt modelId="{1A76415F-FCCB-40E4-A724-28671D0884A5}" type="pres">
      <dgm:prSet presAssocID="{B51EEB72-93D1-4E10-849D-0A475C3DD1B0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B79A04DD-E485-42BD-83FC-98802440A84B}" type="pres">
      <dgm:prSet presAssocID="{2F622715-9B5A-45A5-8CFF-68D52CB12DBA}" presName="spacer" presStyleCnt="0"/>
      <dgm:spPr/>
    </dgm:pt>
    <dgm:pt modelId="{4407F7BF-E717-43B4-B714-4EFCE7782E72}" type="pres">
      <dgm:prSet presAssocID="{E78C8F75-40E9-45E5-B579-E7B759EE636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CA5DCC84-71AE-4455-83A2-451E5E527B49}" type="pres">
      <dgm:prSet presAssocID="{09D99566-9AA5-42A0-8DBF-A89EB5A8EE10}" presName="spacer" presStyleCnt="0"/>
      <dgm:spPr/>
    </dgm:pt>
    <dgm:pt modelId="{89488EEF-DB59-41CC-B455-0EC4EE96399C}" type="pres">
      <dgm:prSet presAssocID="{768BC396-3196-43A3-95AD-E9A7195FC64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58298BB2-B483-47D9-8914-DE377CFB97B9}" type="pres">
      <dgm:prSet presAssocID="{EC947520-CEB1-4161-9A0E-C8E259668146}" presName="spacer" presStyleCnt="0"/>
      <dgm:spPr/>
    </dgm:pt>
    <dgm:pt modelId="{5B5C7C9E-969F-4153-A15A-72A5164EF655}" type="pres">
      <dgm:prSet presAssocID="{9DF590B6-92AA-41B2-A9B9-ECB79E28E355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DF74885A-3DD0-447F-9642-5EB7E5CE91EF}" type="pres">
      <dgm:prSet presAssocID="{0B955448-8501-4BA2-8053-6429DDA2E1FE}" presName="spacer" presStyleCnt="0"/>
      <dgm:spPr/>
    </dgm:pt>
    <dgm:pt modelId="{F4760795-D787-4A94-87FE-4260140266B6}" type="pres">
      <dgm:prSet presAssocID="{758019FE-885D-4CF9-9B5E-88BEA207901E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EA37155E-820D-4AD9-8C45-C03A1499D678}" type="pres">
      <dgm:prSet presAssocID="{4485E15C-0C65-461A-8C56-E8A42A74ED20}" presName="spacer" presStyleCnt="0"/>
      <dgm:spPr/>
    </dgm:pt>
    <dgm:pt modelId="{58AFB679-7B33-474C-8796-AE3D8003A0DF}" type="pres">
      <dgm:prSet presAssocID="{E010960D-29DA-456F-8594-3F4CA6E9C221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36C5D06-D493-4343-AAF4-DAB993440BF4}" srcId="{AC360D5A-F81D-4ADC-848F-36E27B28BDD9}" destId="{B51EEB72-93D1-4E10-849D-0A475C3DD1B0}" srcOrd="2" destOrd="0" parTransId="{58A4E814-9DC6-457F-A7C7-307CB55871D1}" sibTransId="{2F622715-9B5A-45A5-8CFF-68D52CB12DBA}"/>
    <dgm:cxn modelId="{75728D07-E0C5-4112-ADEF-946BCC5BAFDE}" srcId="{AC360D5A-F81D-4ADC-848F-36E27B28BDD9}" destId="{600FD384-FC67-44C5-979F-719A587AC22A}" srcOrd="1" destOrd="0" parTransId="{27BC36F6-AEA2-4D4F-9528-D1305C7AF354}" sibTransId="{1BDD1003-DC1D-4CBA-AB25-55D253E8E5A2}"/>
    <dgm:cxn modelId="{0A7D912F-1B25-477A-8A14-C3FF95FC1087}" type="presOf" srcId="{600FD384-FC67-44C5-979F-719A587AC22A}" destId="{E32003C7-6EFE-470F-886A-5DE3395149DB}" srcOrd="0" destOrd="0" presId="urn:microsoft.com/office/officeart/2005/8/layout/vList2"/>
    <dgm:cxn modelId="{B3C41530-E0B1-408E-96D1-C38D2013865F}" type="presOf" srcId="{E78C8F75-40E9-45E5-B579-E7B759EE6365}" destId="{4407F7BF-E717-43B4-B714-4EFCE7782E72}" srcOrd="0" destOrd="0" presId="urn:microsoft.com/office/officeart/2005/8/layout/vList2"/>
    <dgm:cxn modelId="{FA0AB433-5890-4750-9994-CEE085E66BB0}" type="presOf" srcId="{768BC396-3196-43A3-95AD-E9A7195FC643}" destId="{89488EEF-DB59-41CC-B455-0EC4EE96399C}" srcOrd="0" destOrd="0" presId="urn:microsoft.com/office/officeart/2005/8/layout/vList2"/>
    <dgm:cxn modelId="{0E73C138-C268-49BE-88D7-2CAB335DBC4F}" srcId="{AC360D5A-F81D-4ADC-848F-36E27B28BDD9}" destId="{E78C8F75-40E9-45E5-B579-E7B759EE6365}" srcOrd="3" destOrd="0" parTransId="{A239D988-0929-4559-91EF-8D34F29C08F1}" sibTransId="{09D99566-9AA5-42A0-8DBF-A89EB5A8EE10}"/>
    <dgm:cxn modelId="{B5629455-4293-4D76-87F3-FADC2D105ACC}" type="presOf" srcId="{758019FE-885D-4CF9-9B5E-88BEA207901E}" destId="{F4760795-D787-4A94-87FE-4260140266B6}" srcOrd="0" destOrd="0" presId="urn:microsoft.com/office/officeart/2005/8/layout/vList2"/>
    <dgm:cxn modelId="{7E777D85-41F8-47D0-A350-C4323C0E985E}" type="presOf" srcId="{E010960D-29DA-456F-8594-3F4CA6E9C221}" destId="{58AFB679-7B33-474C-8796-AE3D8003A0DF}" srcOrd="0" destOrd="0" presId="urn:microsoft.com/office/officeart/2005/8/layout/vList2"/>
    <dgm:cxn modelId="{D731CB89-1280-4AEF-A050-88665E4AF3B1}" type="presOf" srcId="{A894FEFC-00C2-4557-8253-0920E9A6E13C}" destId="{09EC6DB1-2A02-415A-B325-8A956FA2C685}" srcOrd="0" destOrd="0" presId="urn:microsoft.com/office/officeart/2005/8/layout/vList2"/>
    <dgm:cxn modelId="{B03BD18D-0826-4EB2-A46E-9921CEDBC619}" srcId="{AC360D5A-F81D-4ADC-848F-36E27B28BDD9}" destId="{E010960D-29DA-456F-8594-3F4CA6E9C221}" srcOrd="7" destOrd="0" parTransId="{C91F9BC0-DBBA-4178-93DB-16ED48012D0E}" sibTransId="{C3121ABF-BDF1-4B97-A1F4-41A52EB3113F}"/>
    <dgm:cxn modelId="{6C9147BF-1868-4FD5-8A4E-A877E02AC552}" srcId="{AC360D5A-F81D-4ADC-848F-36E27B28BDD9}" destId="{A894FEFC-00C2-4557-8253-0920E9A6E13C}" srcOrd="0" destOrd="0" parTransId="{5A5BB93D-B256-4D4A-8191-D0555E3B6A74}" sibTransId="{271F30BD-BF6D-42BD-BD13-8152D9BFDAFF}"/>
    <dgm:cxn modelId="{D367B8C4-733E-4BA3-A44B-325EF3C54880}" srcId="{AC360D5A-F81D-4ADC-848F-36E27B28BDD9}" destId="{758019FE-885D-4CF9-9B5E-88BEA207901E}" srcOrd="6" destOrd="0" parTransId="{DA5FBDC0-D486-4113-9D9E-E9A8DDE416AB}" sibTransId="{4485E15C-0C65-461A-8C56-E8A42A74ED20}"/>
    <dgm:cxn modelId="{43DA6BC9-0CD3-47EC-ACEC-6A2E6925C174}" type="presOf" srcId="{9DF590B6-92AA-41B2-A9B9-ECB79E28E355}" destId="{5B5C7C9E-969F-4153-A15A-72A5164EF655}" srcOrd="0" destOrd="0" presId="urn:microsoft.com/office/officeart/2005/8/layout/vList2"/>
    <dgm:cxn modelId="{4DE10CD9-1C48-4939-94D0-8F7AB2240B2E}" type="presOf" srcId="{AC360D5A-F81D-4ADC-848F-36E27B28BDD9}" destId="{4131E605-90A4-44C3-9E23-5312BE32C9B1}" srcOrd="0" destOrd="0" presId="urn:microsoft.com/office/officeart/2005/8/layout/vList2"/>
    <dgm:cxn modelId="{2ADDC7E0-5DA7-4235-93CD-F63D05C29385}" srcId="{AC360D5A-F81D-4ADC-848F-36E27B28BDD9}" destId="{9DF590B6-92AA-41B2-A9B9-ECB79E28E355}" srcOrd="5" destOrd="0" parTransId="{789A56F7-B4A0-430F-A3C4-04230AF86719}" sibTransId="{0B955448-8501-4BA2-8053-6429DDA2E1FE}"/>
    <dgm:cxn modelId="{B1C059E3-60C7-49B2-85CF-5ADA9E2A181C}" type="presOf" srcId="{B51EEB72-93D1-4E10-849D-0A475C3DD1B0}" destId="{1A76415F-FCCB-40E4-A724-28671D0884A5}" srcOrd="0" destOrd="0" presId="urn:microsoft.com/office/officeart/2005/8/layout/vList2"/>
    <dgm:cxn modelId="{FD6E22EE-4345-428C-ABC8-5DCB19CB4C87}" srcId="{AC360D5A-F81D-4ADC-848F-36E27B28BDD9}" destId="{768BC396-3196-43A3-95AD-E9A7195FC643}" srcOrd="4" destOrd="0" parTransId="{953908B9-E196-44F9-828C-386DDC04E6BA}" sibTransId="{EC947520-CEB1-4161-9A0E-C8E259668146}"/>
    <dgm:cxn modelId="{034A3339-A03F-46C8-9B75-E6F6F0986CE1}" type="presParOf" srcId="{4131E605-90A4-44C3-9E23-5312BE32C9B1}" destId="{09EC6DB1-2A02-415A-B325-8A956FA2C685}" srcOrd="0" destOrd="0" presId="urn:microsoft.com/office/officeart/2005/8/layout/vList2"/>
    <dgm:cxn modelId="{E797EA05-1F0D-4896-89BD-8E02AF36B36E}" type="presParOf" srcId="{4131E605-90A4-44C3-9E23-5312BE32C9B1}" destId="{FA65A3B4-F9BF-47C7-910B-D807D853E599}" srcOrd="1" destOrd="0" presId="urn:microsoft.com/office/officeart/2005/8/layout/vList2"/>
    <dgm:cxn modelId="{3F7DFD56-85D9-43EF-A936-CAE3D4FAB597}" type="presParOf" srcId="{4131E605-90A4-44C3-9E23-5312BE32C9B1}" destId="{E32003C7-6EFE-470F-886A-5DE3395149DB}" srcOrd="2" destOrd="0" presId="urn:microsoft.com/office/officeart/2005/8/layout/vList2"/>
    <dgm:cxn modelId="{9FC12B08-1161-40A9-9668-8B845DA50A90}" type="presParOf" srcId="{4131E605-90A4-44C3-9E23-5312BE32C9B1}" destId="{96585849-E492-4324-97F2-88EC3BB561FB}" srcOrd="3" destOrd="0" presId="urn:microsoft.com/office/officeart/2005/8/layout/vList2"/>
    <dgm:cxn modelId="{4A34AC23-E0E7-4F9B-A511-F44045342CE0}" type="presParOf" srcId="{4131E605-90A4-44C3-9E23-5312BE32C9B1}" destId="{1A76415F-FCCB-40E4-A724-28671D0884A5}" srcOrd="4" destOrd="0" presId="urn:microsoft.com/office/officeart/2005/8/layout/vList2"/>
    <dgm:cxn modelId="{7DC8696F-DD89-413B-AC89-3BDD38CE44C1}" type="presParOf" srcId="{4131E605-90A4-44C3-9E23-5312BE32C9B1}" destId="{B79A04DD-E485-42BD-83FC-98802440A84B}" srcOrd="5" destOrd="0" presId="urn:microsoft.com/office/officeart/2005/8/layout/vList2"/>
    <dgm:cxn modelId="{98B2CB2F-C1B4-4C5E-A52F-174E9A2B96F8}" type="presParOf" srcId="{4131E605-90A4-44C3-9E23-5312BE32C9B1}" destId="{4407F7BF-E717-43B4-B714-4EFCE7782E72}" srcOrd="6" destOrd="0" presId="urn:microsoft.com/office/officeart/2005/8/layout/vList2"/>
    <dgm:cxn modelId="{868F709B-CABC-414D-9077-6A950F622D70}" type="presParOf" srcId="{4131E605-90A4-44C3-9E23-5312BE32C9B1}" destId="{CA5DCC84-71AE-4455-83A2-451E5E527B49}" srcOrd="7" destOrd="0" presId="urn:microsoft.com/office/officeart/2005/8/layout/vList2"/>
    <dgm:cxn modelId="{89D04F53-165B-4065-A4CA-189BE314B10C}" type="presParOf" srcId="{4131E605-90A4-44C3-9E23-5312BE32C9B1}" destId="{89488EEF-DB59-41CC-B455-0EC4EE96399C}" srcOrd="8" destOrd="0" presId="urn:microsoft.com/office/officeart/2005/8/layout/vList2"/>
    <dgm:cxn modelId="{3E4564A0-4278-45AF-99E3-D6CC60E54765}" type="presParOf" srcId="{4131E605-90A4-44C3-9E23-5312BE32C9B1}" destId="{58298BB2-B483-47D9-8914-DE377CFB97B9}" srcOrd="9" destOrd="0" presId="urn:microsoft.com/office/officeart/2005/8/layout/vList2"/>
    <dgm:cxn modelId="{5F120AE0-84C0-44CF-8643-18D5F7FF9254}" type="presParOf" srcId="{4131E605-90A4-44C3-9E23-5312BE32C9B1}" destId="{5B5C7C9E-969F-4153-A15A-72A5164EF655}" srcOrd="10" destOrd="0" presId="urn:microsoft.com/office/officeart/2005/8/layout/vList2"/>
    <dgm:cxn modelId="{FBBA1C10-4068-401D-A270-54B709AC8672}" type="presParOf" srcId="{4131E605-90A4-44C3-9E23-5312BE32C9B1}" destId="{DF74885A-3DD0-447F-9642-5EB7E5CE91EF}" srcOrd="11" destOrd="0" presId="urn:microsoft.com/office/officeart/2005/8/layout/vList2"/>
    <dgm:cxn modelId="{1911BAA3-CD0D-47EC-8CBA-06C76A068B07}" type="presParOf" srcId="{4131E605-90A4-44C3-9E23-5312BE32C9B1}" destId="{F4760795-D787-4A94-87FE-4260140266B6}" srcOrd="12" destOrd="0" presId="urn:microsoft.com/office/officeart/2005/8/layout/vList2"/>
    <dgm:cxn modelId="{C243B446-539A-4503-B05C-BE11BDC824BE}" type="presParOf" srcId="{4131E605-90A4-44C3-9E23-5312BE32C9B1}" destId="{EA37155E-820D-4AD9-8C45-C03A1499D678}" srcOrd="13" destOrd="0" presId="urn:microsoft.com/office/officeart/2005/8/layout/vList2"/>
    <dgm:cxn modelId="{7156215D-D456-45AE-9033-FE0F81566843}" type="presParOf" srcId="{4131E605-90A4-44C3-9E23-5312BE32C9B1}" destId="{58AFB679-7B33-474C-8796-AE3D8003A0DF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3826FF-2EC6-46CB-81DD-6CE31E0DC8B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FE5739-7BF8-4A1B-9132-3EDE57DCD271}">
      <dgm:prSet/>
      <dgm:spPr/>
      <dgm:t>
        <a:bodyPr/>
        <a:lstStyle/>
        <a:p>
          <a:r>
            <a:rPr lang="fr-FR" b="0" i="0" baseline="0"/>
            <a:t>Pipeline Big Data complet avec Apache Spark</a:t>
          </a:r>
          <a:endParaRPr lang="en-US"/>
        </a:p>
      </dgm:t>
    </dgm:pt>
    <dgm:pt modelId="{593C6718-4189-4D23-8519-EF8A4E2DBA46}" type="parTrans" cxnId="{1B0EF5AC-7977-4E08-B0B3-11C3FA0C2DEC}">
      <dgm:prSet/>
      <dgm:spPr/>
      <dgm:t>
        <a:bodyPr/>
        <a:lstStyle/>
        <a:p>
          <a:endParaRPr lang="en-US"/>
        </a:p>
      </dgm:t>
    </dgm:pt>
    <dgm:pt modelId="{CB07C5F9-A887-44EF-900B-36947FBA63A3}" type="sibTrans" cxnId="{1B0EF5AC-7977-4E08-B0B3-11C3FA0C2DEC}">
      <dgm:prSet/>
      <dgm:spPr/>
      <dgm:t>
        <a:bodyPr/>
        <a:lstStyle/>
        <a:p>
          <a:endParaRPr lang="en-US"/>
        </a:p>
      </dgm:t>
    </dgm:pt>
    <dgm:pt modelId="{87B0E5DC-2749-4FC3-AAD5-73D67EA91FB6}">
      <dgm:prSet/>
      <dgm:spPr/>
      <dgm:t>
        <a:bodyPr/>
        <a:lstStyle/>
        <a:p>
          <a:r>
            <a:rPr lang="fr-FR" b="0" i="0" baseline="0"/>
            <a:t>Usage concret de la programmation fonctionnelle en Scala</a:t>
          </a:r>
          <a:endParaRPr lang="en-US"/>
        </a:p>
      </dgm:t>
    </dgm:pt>
    <dgm:pt modelId="{C6B36A99-FDF6-4451-A034-783F9BC93A56}" type="parTrans" cxnId="{6EAE0DF7-B339-4B41-859B-7CD4B36E5973}">
      <dgm:prSet/>
      <dgm:spPr/>
      <dgm:t>
        <a:bodyPr/>
        <a:lstStyle/>
        <a:p>
          <a:endParaRPr lang="en-US"/>
        </a:p>
      </dgm:t>
    </dgm:pt>
    <dgm:pt modelId="{A88C2538-541E-485A-B7AD-44F2C009E071}" type="sibTrans" cxnId="{6EAE0DF7-B339-4B41-859B-7CD4B36E5973}">
      <dgm:prSet/>
      <dgm:spPr/>
      <dgm:t>
        <a:bodyPr/>
        <a:lstStyle/>
        <a:p>
          <a:endParaRPr lang="en-US"/>
        </a:p>
      </dgm:t>
    </dgm:pt>
    <dgm:pt modelId="{A3AB00DD-5C76-42DA-9964-4C367697F3EE}">
      <dgm:prSet/>
      <dgm:spPr/>
      <dgm:t>
        <a:bodyPr/>
        <a:lstStyle/>
        <a:p>
          <a:r>
            <a:rPr lang="fr-FR" b="0" i="0" baseline="0"/>
            <a:t>Combinaison EDA, GraphX et ML</a:t>
          </a:r>
          <a:endParaRPr lang="en-US"/>
        </a:p>
      </dgm:t>
    </dgm:pt>
    <dgm:pt modelId="{B4D98089-3AF9-4CB3-B7B0-4CC93CCCCCE9}" type="parTrans" cxnId="{F0C3E351-16C5-4E22-9026-EEE79776C974}">
      <dgm:prSet/>
      <dgm:spPr/>
      <dgm:t>
        <a:bodyPr/>
        <a:lstStyle/>
        <a:p>
          <a:endParaRPr lang="en-US"/>
        </a:p>
      </dgm:t>
    </dgm:pt>
    <dgm:pt modelId="{19740BF7-9DFB-44F8-BD6E-9AAF750497C8}" type="sibTrans" cxnId="{F0C3E351-16C5-4E22-9026-EEE79776C974}">
      <dgm:prSet/>
      <dgm:spPr/>
      <dgm:t>
        <a:bodyPr/>
        <a:lstStyle/>
        <a:p>
          <a:endParaRPr lang="en-US"/>
        </a:p>
      </dgm:t>
    </dgm:pt>
    <dgm:pt modelId="{30B6E163-BC88-4014-88CF-32F4BB139FA9}">
      <dgm:prSet/>
      <dgm:spPr/>
      <dgm:t>
        <a:bodyPr/>
        <a:lstStyle/>
        <a:p>
          <a:r>
            <a:rPr lang="fr-FR" b="0" i="0" baseline="0"/>
            <a:t>Résultats cohérents et interprétables</a:t>
          </a:r>
          <a:endParaRPr lang="en-US"/>
        </a:p>
      </dgm:t>
    </dgm:pt>
    <dgm:pt modelId="{7010438D-9489-4186-92E5-8CF07C7C45F0}" type="parTrans" cxnId="{F73ACDB1-8055-430D-93E3-B7D26B7F5B8B}">
      <dgm:prSet/>
      <dgm:spPr/>
      <dgm:t>
        <a:bodyPr/>
        <a:lstStyle/>
        <a:p>
          <a:endParaRPr lang="en-US"/>
        </a:p>
      </dgm:t>
    </dgm:pt>
    <dgm:pt modelId="{355FB2C8-7D91-415F-92AA-F3999194F8D0}" type="sibTrans" cxnId="{F73ACDB1-8055-430D-93E3-B7D26B7F5B8B}">
      <dgm:prSet/>
      <dgm:spPr/>
      <dgm:t>
        <a:bodyPr/>
        <a:lstStyle/>
        <a:p>
          <a:endParaRPr lang="en-US"/>
        </a:p>
      </dgm:t>
    </dgm:pt>
    <dgm:pt modelId="{7C52E7CF-D807-41AF-8DFC-E646405D92C5}">
      <dgm:prSet/>
      <dgm:spPr/>
      <dgm:t>
        <a:bodyPr/>
        <a:lstStyle/>
        <a:p>
          <a:r>
            <a:rPr lang="fr-FR" b="0" i="0" baseline="0"/>
            <a:t>Projet conforme aux exigences du sujet</a:t>
          </a:r>
          <a:endParaRPr lang="en-US"/>
        </a:p>
      </dgm:t>
    </dgm:pt>
    <dgm:pt modelId="{4AEC9B34-4A97-428B-8667-8E7BF2B95BF7}" type="parTrans" cxnId="{A19ED30C-FBD0-47D4-B63A-73BF73212C3D}">
      <dgm:prSet/>
      <dgm:spPr/>
      <dgm:t>
        <a:bodyPr/>
        <a:lstStyle/>
        <a:p>
          <a:endParaRPr lang="en-US"/>
        </a:p>
      </dgm:t>
    </dgm:pt>
    <dgm:pt modelId="{4FCDCDB7-D01B-47F8-B6E0-C542A4950144}" type="sibTrans" cxnId="{A19ED30C-FBD0-47D4-B63A-73BF73212C3D}">
      <dgm:prSet/>
      <dgm:spPr/>
      <dgm:t>
        <a:bodyPr/>
        <a:lstStyle/>
        <a:p>
          <a:endParaRPr lang="en-US"/>
        </a:p>
      </dgm:t>
    </dgm:pt>
    <dgm:pt modelId="{FE099021-80C8-45F6-BBBF-159DD08B6231}" type="pres">
      <dgm:prSet presAssocID="{093826FF-2EC6-46CB-81DD-6CE31E0DC8B1}" presName="linear" presStyleCnt="0">
        <dgm:presLayoutVars>
          <dgm:animLvl val="lvl"/>
          <dgm:resizeHandles val="exact"/>
        </dgm:presLayoutVars>
      </dgm:prSet>
      <dgm:spPr/>
    </dgm:pt>
    <dgm:pt modelId="{8784B000-6144-4E01-BCCC-F61B59063403}" type="pres">
      <dgm:prSet presAssocID="{87FE5739-7BF8-4A1B-9132-3EDE57DCD27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F224258-8EF7-448D-B1BA-CE3432F15B15}" type="pres">
      <dgm:prSet presAssocID="{CB07C5F9-A887-44EF-900B-36947FBA63A3}" presName="spacer" presStyleCnt="0"/>
      <dgm:spPr/>
    </dgm:pt>
    <dgm:pt modelId="{EBF3846A-1A6B-4F25-827D-4768D42462EA}" type="pres">
      <dgm:prSet presAssocID="{87B0E5DC-2749-4FC3-AAD5-73D67EA91FB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87B5BC0-82DE-45A8-B2A2-70541CBF6A7B}" type="pres">
      <dgm:prSet presAssocID="{A88C2538-541E-485A-B7AD-44F2C009E071}" presName="spacer" presStyleCnt="0"/>
      <dgm:spPr/>
    </dgm:pt>
    <dgm:pt modelId="{92718DCD-F1D2-4DD1-B7DD-9C2B94F85441}" type="pres">
      <dgm:prSet presAssocID="{A3AB00DD-5C76-42DA-9964-4C367697F3E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3F52731-BBDA-4C69-9B45-AB414579189F}" type="pres">
      <dgm:prSet presAssocID="{19740BF7-9DFB-44F8-BD6E-9AAF750497C8}" presName="spacer" presStyleCnt="0"/>
      <dgm:spPr/>
    </dgm:pt>
    <dgm:pt modelId="{BFC49CCA-7A7D-406A-A0AB-0F09F75C2017}" type="pres">
      <dgm:prSet presAssocID="{30B6E163-BC88-4014-88CF-32F4BB139FA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CB4799C-5256-4B63-9C93-271243A82E92}" type="pres">
      <dgm:prSet presAssocID="{355FB2C8-7D91-415F-92AA-F3999194F8D0}" presName="spacer" presStyleCnt="0"/>
      <dgm:spPr/>
    </dgm:pt>
    <dgm:pt modelId="{9B72A7FB-2F3C-4A57-BF33-39CAC37878BC}" type="pres">
      <dgm:prSet presAssocID="{7C52E7CF-D807-41AF-8DFC-E646405D92C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19ED30C-FBD0-47D4-B63A-73BF73212C3D}" srcId="{093826FF-2EC6-46CB-81DD-6CE31E0DC8B1}" destId="{7C52E7CF-D807-41AF-8DFC-E646405D92C5}" srcOrd="4" destOrd="0" parTransId="{4AEC9B34-4A97-428B-8667-8E7BF2B95BF7}" sibTransId="{4FCDCDB7-D01B-47F8-B6E0-C542A4950144}"/>
    <dgm:cxn modelId="{181AA33E-6759-4969-A57A-10EDBF26755B}" type="presOf" srcId="{87B0E5DC-2749-4FC3-AAD5-73D67EA91FB6}" destId="{EBF3846A-1A6B-4F25-827D-4768D42462EA}" srcOrd="0" destOrd="0" presId="urn:microsoft.com/office/officeart/2005/8/layout/vList2"/>
    <dgm:cxn modelId="{1CD4FA41-1ECE-4659-B456-F2BCB16BD5F8}" type="presOf" srcId="{30B6E163-BC88-4014-88CF-32F4BB139FA9}" destId="{BFC49CCA-7A7D-406A-A0AB-0F09F75C2017}" srcOrd="0" destOrd="0" presId="urn:microsoft.com/office/officeart/2005/8/layout/vList2"/>
    <dgm:cxn modelId="{F0C3E351-16C5-4E22-9026-EEE79776C974}" srcId="{093826FF-2EC6-46CB-81DD-6CE31E0DC8B1}" destId="{A3AB00DD-5C76-42DA-9964-4C367697F3EE}" srcOrd="2" destOrd="0" parTransId="{B4D98089-3AF9-4CB3-B7B0-4CC93CCCCCE9}" sibTransId="{19740BF7-9DFB-44F8-BD6E-9AAF750497C8}"/>
    <dgm:cxn modelId="{27841772-B504-412F-9408-86A659FC0A14}" type="presOf" srcId="{093826FF-2EC6-46CB-81DD-6CE31E0DC8B1}" destId="{FE099021-80C8-45F6-BBBF-159DD08B6231}" srcOrd="0" destOrd="0" presId="urn:microsoft.com/office/officeart/2005/8/layout/vList2"/>
    <dgm:cxn modelId="{3DF55C53-69CE-4955-9F95-06140BA2E57E}" type="presOf" srcId="{87FE5739-7BF8-4A1B-9132-3EDE57DCD271}" destId="{8784B000-6144-4E01-BCCC-F61B59063403}" srcOrd="0" destOrd="0" presId="urn:microsoft.com/office/officeart/2005/8/layout/vList2"/>
    <dgm:cxn modelId="{4FF8279D-532A-4701-8EF5-818746EC4EED}" type="presOf" srcId="{7C52E7CF-D807-41AF-8DFC-E646405D92C5}" destId="{9B72A7FB-2F3C-4A57-BF33-39CAC37878BC}" srcOrd="0" destOrd="0" presId="urn:microsoft.com/office/officeart/2005/8/layout/vList2"/>
    <dgm:cxn modelId="{FA573AA5-9D63-4A23-8945-A0CB91F476A3}" type="presOf" srcId="{A3AB00DD-5C76-42DA-9964-4C367697F3EE}" destId="{92718DCD-F1D2-4DD1-B7DD-9C2B94F85441}" srcOrd="0" destOrd="0" presId="urn:microsoft.com/office/officeart/2005/8/layout/vList2"/>
    <dgm:cxn modelId="{1B0EF5AC-7977-4E08-B0B3-11C3FA0C2DEC}" srcId="{093826FF-2EC6-46CB-81DD-6CE31E0DC8B1}" destId="{87FE5739-7BF8-4A1B-9132-3EDE57DCD271}" srcOrd="0" destOrd="0" parTransId="{593C6718-4189-4D23-8519-EF8A4E2DBA46}" sibTransId="{CB07C5F9-A887-44EF-900B-36947FBA63A3}"/>
    <dgm:cxn modelId="{F73ACDB1-8055-430D-93E3-B7D26B7F5B8B}" srcId="{093826FF-2EC6-46CB-81DD-6CE31E0DC8B1}" destId="{30B6E163-BC88-4014-88CF-32F4BB139FA9}" srcOrd="3" destOrd="0" parTransId="{7010438D-9489-4186-92E5-8CF07C7C45F0}" sibTransId="{355FB2C8-7D91-415F-92AA-F3999194F8D0}"/>
    <dgm:cxn modelId="{6EAE0DF7-B339-4B41-859B-7CD4B36E5973}" srcId="{093826FF-2EC6-46CB-81DD-6CE31E0DC8B1}" destId="{87B0E5DC-2749-4FC3-AAD5-73D67EA91FB6}" srcOrd="1" destOrd="0" parTransId="{C6B36A99-FDF6-4451-A034-783F9BC93A56}" sibTransId="{A88C2538-541E-485A-B7AD-44F2C009E071}"/>
    <dgm:cxn modelId="{EADB820A-4178-49DC-807C-9ABEB60D21C4}" type="presParOf" srcId="{FE099021-80C8-45F6-BBBF-159DD08B6231}" destId="{8784B000-6144-4E01-BCCC-F61B59063403}" srcOrd="0" destOrd="0" presId="urn:microsoft.com/office/officeart/2005/8/layout/vList2"/>
    <dgm:cxn modelId="{09D6441C-8D3E-431E-84FE-F84980C4A0BF}" type="presParOf" srcId="{FE099021-80C8-45F6-BBBF-159DD08B6231}" destId="{2F224258-8EF7-448D-B1BA-CE3432F15B15}" srcOrd="1" destOrd="0" presId="urn:microsoft.com/office/officeart/2005/8/layout/vList2"/>
    <dgm:cxn modelId="{A531CFC5-C5CD-4CAB-8C4F-4DF05731AFA6}" type="presParOf" srcId="{FE099021-80C8-45F6-BBBF-159DD08B6231}" destId="{EBF3846A-1A6B-4F25-827D-4768D42462EA}" srcOrd="2" destOrd="0" presId="urn:microsoft.com/office/officeart/2005/8/layout/vList2"/>
    <dgm:cxn modelId="{02A0C2C1-EF21-4269-A820-6EB18BD24820}" type="presParOf" srcId="{FE099021-80C8-45F6-BBBF-159DD08B6231}" destId="{087B5BC0-82DE-45A8-B2A2-70541CBF6A7B}" srcOrd="3" destOrd="0" presId="urn:microsoft.com/office/officeart/2005/8/layout/vList2"/>
    <dgm:cxn modelId="{872FE992-C6A1-4313-9516-3D8F379D93F2}" type="presParOf" srcId="{FE099021-80C8-45F6-BBBF-159DD08B6231}" destId="{92718DCD-F1D2-4DD1-B7DD-9C2B94F85441}" srcOrd="4" destOrd="0" presId="urn:microsoft.com/office/officeart/2005/8/layout/vList2"/>
    <dgm:cxn modelId="{FF568415-553F-41C5-B650-537237285FA3}" type="presParOf" srcId="{FE099021-80C8-45F6-BBBF-159DD08B6231}" destId="{83F52731-BBDA-4C69-9B45-AB414579189F}" srcOrd="5" destOrd="0" presId="urn:microsoft.com/office/officeart/2005/8/layout/vList2"/>
    <dgm:cxn modelId="{A69CEBE1-7B3A-4821-8219-79CD15045ECF}" type="presParOf" srcId="{FE099021-80C8-45F6-BBBF-159DD08B6231}" destId="{BFC49CCA-7A7D-406A-A0AB-0F09F75C2017}" srcOrd="6" destOrd="0" presId="urn:microsoft.com/office/officeart/2005/8/layout/vList2"/>
    <dgm:cxn modelId="{C610F427-B195-4D31-896A-1C06A6A1AA55}" type="presParOf" srcId="{FE099021-80C8-45F6-BBBF-159DD08B6231}" destId="{8CB4799C-5256-4B63-9C93-271243A82E92}" srcOrd="7" destOrd="0" presId="urn:microsoft.com/office/officeart/2005/8/layout/vList2"/>
    <dgm:cxn modelId="{00DB96C3-D3AF-4AF5-9A17-75FC561FB4CF}" type="presParOf" srcId="{FE099021-80C8-45F6-BBBF-159DD08B6231}" destId="{9B72A7FB-2F3C-4A57-BF33-39CAC37878B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B8DA4-9E6A-4563-9AB5-022C33698FA9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Ingestion &amp; Préparation des données</a:t>
          </a:r>
          <a:endParaRPr lang="en-US" sz="2700" kern="1200"/>
        </a:p>
      </dsp:txBody>
      <dsp:txXfrm>
        <a:off x="27017" y="27017"/>
        <a:ext cx="7668958" cy="868383"/>
      </dsp:txXfrm>
    </dsp:sp>
    <dsp:sp modelId="{85839D36-F4DB-403D-ACAA-EF141F56A4DA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Exploration fonctionelle &amp; Analyse statique</a:t>
          </a:r>
          <a:endParaRPr lang="en-US" sz="2700" kern="1200"/>
        </a:p>
      </dsp:txBody>
      <dsp:txXfrm>
        <a:off x="759181" y="1117146"/>
        <a:ext cx="7356493" cy="868383"/>
      </dsp:txXfrm>
    </dsp:sp>
    <dsp:sp modelId="{F01303F8-C06D-453F-8A5D-D3A800FBF61B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Modélisation GraphX</a:t>
          </a:r>
          <a:endParaRPr lang="en-US" sz="2700" kern="1200"/>
        </a:p>
      </dsp:txBody>
      <dsp:txXfrm>
        <a:off x="1480418" y="2207275"/>
        <a:ext cx="7367421" cy="868383"/>
      </dsp:txXfrm>
    </dsp:sp>
    <dsp:sp modelId="{2BB048D6-63BF-4AE8-BF23-FC7139FCA838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Machine Learning &amp; comparaison des modèles</a:t>
          </a:r>
          <a:endParaRPr lang="en-US" sz="2700" kern="1200"/>
        </a:p>
      </dsp:txBody>
      <dsp:txXfrm>
        <a:off x="2212582" y="3297404"/>
        <a:ext cx="7356493" cy="868383"/>
      </dsp:txXfrm>
    </dsp:sp>
    <dsp:sp modelId="{44F1FC0D-4998-499C-93A1-901B2A93FB90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A1D5DE9B-2825-4122-95EC-F7EC7FFAB84D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ADE6686B-23E1-49B5-BA71-3027DC9611CE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08FA4-13A7-42F3-8121-A123DA3BAB80}">
      <dsp:nvSpPr>
        <dsp:cNvPr id="0" name=""/>
        <dsp:cNvSpPr/>
      </dsp:nvSpPr>
      <dsp:spPr>
        <a:xfrm>
          <a:off x="2614981" y="70912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751961"/>
        <a:ext cx="28878" cy="5775"/>
      </dsp:txXfrm>
    </dsp:sp>
    <dsp:sp modelId="{FEF3D6DF-0207-4262-9622-1904CB6E10CF}">
      <dsp:nvSpPr>
        <dsp:cNvPr id="0" name=""/>
        <dsp:cNvSpPr/>
      </dsp:nvSpPr>
      <dsp:spPr>
        <a:xfrm>
          <a:off x="105624" y="1502"/>
          <a:ext cx="2511156" cy="15066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Utilisation de </a:t>
          </a:r>
          <a:r>
            <a:rPr lang="fr-FR" sz="2000" b="1" kern="1200"/>
            <a:t>GraphX</a:t>
          </a:r>
          <a:endParaRPr lang="en-US" sz="2000" kern="1200"/>
        </a:p>
      </dsp:txBody>
      <dsp:txXfrm>
        <a:off x="105624" y="1502"/>
        <a:ext cx="2511156" cy="1506693"/>
      </dsp:txXfrm>
    </dsp:sp>
    <dsp:sp modelId="{C3D8A486-9385-4C66-9CBD-6E888C1CD0DB}">
      <dsp:nvSpPr>
        <dsp:cNvPr id="0" name=""/>
        <dsp:cNvSpPr/>
      </dsp:nvSpPr>
      <dsp:spPr>
        <a:xfrm>
          <a:off x="1361202" y="150639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1776991"/>
        <a:ext cx="157112" cy="5775"/>
      </dsp:txXfrm>
    </dsp:sp>
    <dsp:sp modelId="{701D5608-D3F1-49D5-9E38-55A8B0D3EF1C}">
      <dsp:nvSpPr>
        <dsp:cNvPr id="0" name=""/>
        <dsp:cNvSpPr/>
      </dsp:nvSpPr>
      <dsp:spPr>
        <a:xfrm>
          <a:off x="3194346" y="1502"/>
          <a:ext cx="2511156" cy="1506693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Sommets = périodes de la journée :</a:t>
          </a:r>
          <a:endParaRPr lang="en-US" sz="20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Nuit, Matin, Midi, Après-midi, Soir</a:t>
          </a:r>
          <a:endParaRPr lang="en-US" sz="1600" kern="1200"/>
        </a:p>
      </dsp:txBody>
      <dsp:txXfrm>
        <a:off x="3194346" y="1502"/>
        <a:ext cx="2511156" cy="1506693"/>
      </dsp:txXfrm>
    </dsp:sp>
    <dsp:sp modelId="{64227CA7-45C6-4791-9929-6E42100E06ED}">
      <dsp:nvSpPr>
        <dsp:cNvPr id="0" name=""/>
        <dsp:cNvSpPr/>
      </dsp:nvSpPr>
      <dsp:spPr>
        <a:xfrm>
          <a:off x="2614981" y="279338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2836221"/>
        <a:ext cx="28878" cy="5775"/>
      </dsp:txXfrm>
    </dsp:sp>
    <dsp:sp modelId="{3648E019-3BB8-4858-A3FE-0898947AB744}">
      <dsp:nvSpPr>
        <dsp:cNvPr id="0" name=""/>
        <dsp:cNvSpPr/>
      </dsp:nvSpPr>
      <dsp:spPr>
        <a:xfrm>
          <a:off x="105624" y="2085762"/>
          <a:ext cx="2511156" cy="1506693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Valeur du sommet = pollution moyenne</a:t>
          </a:r>
          <a:endParaRPr lang="en-US" sz="2000" kern="1200"/>
        </a:p>
      </dsp:txBody>
      <dsp:txXfrm>
        <a:off x="105624" y="2085762"/>
        <a:ext cx="2511156" cy="1506693"/>
      </dsp:txXfrm>
    </dsp:sp>
    <dsp:sp modelId="{6D3CCD20-F456-4BFE-B6F3-06D4A7B96FBC}">
      <dsp:nvSpPr>
        <dsp:cNvPr id="0" name=""/>
        <dsp:cNvSpPr/>
      </dsp:nvSpPr>
      <dsp:spPr>
        <a:xfrm>
          <a:off x="1361202" y="359065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3861251"/>
        <a:ext cx="157112" cy="5775"/>
      </dsp:txXfrm>
    </dsp:sp>
    <dsp:sp modelId="{2BC8E6D1-3750-4D18-8275-A7FE0F18FFFF}">
      <dsp:nvSpPr>
        <dsp:cNvPr id="0" name=""/>
        <dsp:cNvSpPr/>
      </dsp:nvSpPr>
      <dsp:spPr>
        <a:xfrm>
          <a:off x="3194346" y="2085762"/>
          <a:ext cx="2511156" cy="1506693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Arêtes pondérées = influence temporelle</a:t>
          </a:r>
          <a:endParaRPr lang="en-US" sz="2000" kern="1200"/>
        </a:p>
      </dsp:txBody>
      <dsp:txXfrm>
        <a:off x="3194346" y="2085762"/>
        <a:ext cx="2511156" cy="1506693"/>
      </dsp:txXfrm>
    </dsp:sp>
    <dsp:sp modelId="{B20A8C98-131F-45AE-92BC-0C7674A7CE5D}">
      <dsp:nvSpPr>
        <dsp:cNvPr id="0" name=""/>
        <dsp:cNvSpPr/>
      </dsp:nvSpPr>
      <dsp:spPr>
        <a:xfrm>
          <a:off x="2614981" y="487764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4920481"/>
        <a:ext cx="28878" cy="5775"/>
      </dsp:txXfrm>
    </dsp:sp>
    <dsp:sp modelId="{A2D70130-F4A8-4B35-A724-38D8C6685DA4}">
      <dsp:nvSpPr>
        <dsp:cNvPr id="0" name=""/>
        <dsp:cNvSpPr/>
      </dsp:nvSpPr>
      <dsp:spPr>
        <a:xfrm>
          <a:off x="105624" y="4170022"/>
          <a:ext cx="2511156" cy="1506693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Objectif :</a:t>
          </a:r>
          <a:endParaRPr lang="en-US" sz="2000" kern="1200"/>
        </a:p>
      </dsp:txBody>
      <dsp:txXfrm>
        <a:off x="105624" y="4170022"/>
        <a:ext cx="2511156" cy="1506693"/>
      </dsp:txXfrm>
    </dsp:sp>
    <dsp:sp modelId="{3F6489FF-E8BF-4611-B37C-712D3F621973}">
      <dsp:nvSpPr>
        <dsp:cNvPr id="0" name=""/>
        <dsp:cNvSpPr/>
      </dsp:nvSpPr>
      <dsp:spPr>
        <a:xfrm>
          <a:off x="3194346" y="4170022"/>
          <a:ext cx="2511156" cy="150669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Étudier la propagation temporelle de la pollution</a:t>
          </a:r>
          <a:endParaRPr lang="en-US" sz="2000" kern="1200"/>
        </a:p>
      </dsp:txBody>
      <dsp:txXfrm>
        <a:off x="3194346" y="4170022"/>
        <a:ext cx="2511156" cy="15066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16BC74-183E-477E-A69C-F1C1887A421E}">
      <dsp:nvSpPr>
        <dsp:cNvPr id="0" name=""/>
        <dsp:cNvSpPr/>
      </dsp:nvSpPr>
      <dsp:spPr>
        <a:xfrm>
          <a:off x="363457" y="888"/>
          <a:ext cx="1634836" cy="8174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Graphe initial : pollution brute par période</a:t>
          </a:r>
          <a:endParaRPr lang="en-US" sz="1600" kern="1200" dirty="0"/>
        </a:p>
      </dsp:txBody>
      <dsp:txXfrm>
        <a:off x="387398" y="24829"/>
        <a:ext cx="1586954" cy="769536"/>
      </dsp:txXfrm>
    </dsp:sp>
    <dsp:sp modelId="{F8963EEB-8F9F-4630-94D1-8DA651FA5395}">
      <dsp:nvSpPr>
        <dsp:cNvPr id="0" name=""/>
        <dsp:cNvSpPr/>
      </dsp:nvSpPr>
      <dsp:spPr>
        <a:xfrm>
          <a:off x="363457" y="940919"/>
          <a:ext cx="1634836" cy="8174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Application d’une propagation pondérée</a:t>
          </a:r>
          <a:endParaRPr lang="en-US" sz="1600" kern="1200"/>
        </a:p>
      </dsp:txBody>
      <dsp:txXfrm>
        <a:off x="387398" y="964860"/>
        <a:ext cx="1586954" cy="769536"/>
      </dsp:txXfrm>
    </dsp:sp>
    <dsp:sp modelId="{4F0A0A7A-0B3D-4679-919A-F7096C149F20}">
      <dsp:nvSpPr>
        <dsp:cNvPr id="0" name=""/>
        <dsp:cNvSpPr/>
      </dsp:nvSpPr>
      <dsp:spPr>
        <a:xfrm>
          <a:off x="363457" y="1880950"/>
          <a:ext cx="1634836" cy="8174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Graphe après propagation :</a:t>
          </a:r>
          <a:endParaRPr lang="en-US" sz="1600" kern="1200"/>
        </a:p>
      </dsp:txBody>
      <dsp:txXfrm>
        <a:off x="387398" y="1904891"/>
        <a:ext cx="1586954" cy="769536"/>
      </dsp:txXfrm>
    </dsp:sp>
    <dsp:sp modelId="{667E1F97-07F2-4B88-BBD0-1E3827C8F5CA}">
      <dsp:nvSpPr>
        <dsp:cNvPr id="0" name=""/>
        <dsp:cNvSpPr/>
      </dsp:nvSpPr>
      <dsp:spPr>
        <a:xfrm rot="19457599">
          <a:off x="1922600" y="2034437"/>
          <a:ext cx="80532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05323" y="20214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05128" y="2034519"/>
        <a:ext cx="40266" cy="40266"/>
      </dsp:txXfrm>
    </dsp:sp>
    <dsp:sp modelId="{3F551E4F-109F-48A2-B0A6-7A77299D870A}">
      <dsp:nvSpPr>
        <dsp:cNvPr id="0" name=""/>
        <dsp:cNvSpPr/>
      </dsp:nvSpPr>
      <dsp:spPr>
        <a:xfrm>
          <a:off x="2652229" y="1410935"/>
          <a:ext cx="1634836" cy="81741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réduction des écarts extrêmes</a:t>
          </a:r>
          <a:endParaRPr lang="en-US" sz="1600" kern="1200"/>
        </a:p>
      </dsp:txBody>
      <dsp:txXfrm>
        <a:off x="2676170" y="1434876"/>
        <a:ext cx="1586954" cy="769536"/>
      </dsp:txXfrm>
    </dsp:sp>
    <dsp:sp modelId="{A536FF86-BA45-4319-A7F6-9B443EC3A902}">
      <dsp:nvSpPr>
        <dsp:cNvPr id="0" name=""/>
        <dsp:cNvSpPr/>
      </dsp:nvSpPr>
      <dsp:spPr>
        <a:xfrm rot="2142401">
          <a:off x="1922600" y="2504453"/>
          <a:ext cx="80532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05323" y="20214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05128" y="2504534"/>
        <a:ext cx="40266" cy="40266"/>
      </dsp:txXfrm>
    </dsp:sp>
    <dsp:sp modelId="{A0D54C09-D354-445E-8355-C7BE2F90CDBD}">
      <dsp:nvSpPr>
        <dsp:cNvPr id="0" name=""/>
        <dsp:cNvSpPr/>
      </dsp:nvSpPr>
      <dsp:spPr>
        <a:xfrm>
          <a:off x="2652229" y="2350966"/>
          <a:ext cx="1634836" cy="81741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lissage temporel réaliste</a:t>
          </a:r>
          <a:endParaRPr lang="en-US" sz="1600" kern="1200"/>
        </a:p>
      </dsp:txBody>
      <dsp:txXfrm>
        <a:off x="2676170" y="2374907"/>
        <a:ext cx="1586954" cy="769536"/>
      </dsp:txXfrm>
    </dsp:sp>
    <dsp:sp modelId="{EF7FDFF1-A2E0-4888-A78F-9CC6EFB43DA1}">
      <dsp:nvSpPr>
        <dsp:cNvPr id="0" name=""/>
        <dsp:cNvSpPr/>
      </dsp:nvSpPr>
      <dsp:spPr>
        <a:xfrm>
          <a:off x="363457" y="2820982"/>
          <a:ext cx="1634836" cy="8174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Export automatique en .dot et .png</a:t>
          </a:r>
          <a:endParaRPr lang="en-US" sz="1600" kern="1200"/>
        </a:p>
      </dsp:txBody>
      <dsp:txXfrm>
        <a:off x="387398" y="2844923"/>
        <a:ext cx="1586954" cy="7695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EC6DB1-2A02-415A-B325-8A956FA2C685}">
      <dsp:nvSpPr>
        <dsp:cNvPr id="0" name=""/>
        <dsp:cNvSpPr/>
      </dsp:nvSpPr>
      <dsp:spPr>
        <a:xfrm>
          <a:off x="0" y="671909"/>
          <a:ext cx="5811128" cy="491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/>
            <a:t>Limites :</a:t>
          </a:r>
          <a:endParaRPr lang="en-US" sz="2000" kern="1200"/>
        </a:p>
      </dsp:txBody>
      <dsp:txXfrm>
        <a:off x="23988" y="695897"/>
        <a:ext cx="5763152" cy="443424"/>
      </dsp:txXfrm>
    </dsp:sp>
    <dsp:sp modelId="{E32003C7-6EFE-470F-886A-5DE3395149DB}">
      <dsp:nvSpPr>
        <dsp:cNvPr id="0" name=""/>
        <dsp:cNvSpPr/>
      </dsp:nvSpPr>
      <dsp:spPr>
        <a:xfrm>
          <a:off x="0" y="1220909"/>
          <a:ext cx="5811128" cy="491400"/>
        </a:xfrm>
        <a:prstGeom prst="round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Données d’une seule station</a:t>
          </a:r>
          <a:endParaRPr lang="en-US" sz="2000" kern="1200"/>
        </a:p>
      </dsp:txBody>
      <dsp:txXfrm>
        <a:off x="23988" y="1244897"/>
        <a:ext cx="5763152" cy="443424"/>
      </dsp:txXfrm>
    </dsp:sp>
    <dsp:sp modelId="{1A76415F-FCCB-40E4-A724-28671D0884A5}">
      <dsp:nvSpPr>
        <dsp:cNvPr id="0" name=""/>
        <dsp:cNvSpPr/>
      </dsp:nvSpPr>
      <dsp:spPr>
        <a:xfrm>
          <a:off x="0" y="1769909"/>
          <a:ext cx="5811128" cy="491400"/>
        </a:xfrm>
        <a:prstGeom prst="roundRect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Pas d’optimisation poussée des hyperparamètres</a:t>
          </a:r>
          <a:endParaRPr lang="en-US" sz="2000" kern="1200"/>
        </a:p>
      </dsp:txBody>
      <dsp:txXfrm>
        <a:off x="23988" y="1793897"/>
        <a:ext cx="5763152" cy="443424"/>
      </dsp:txXfrm>
    </dsp:sp>
    <dsp:sp modelId="{4407F7BF-E717-43B4-B714-4EFCE7782E72}">
      <dsp:nvSpPr>
        <dsp:cNvPr id="0" name=""/>
        <dsp:cNvSpPr/>
      </dsp:nvSpPr>
      <dsp:spPr>
        <a:xfrm>
          <a:off x="0" y="2318909"/>
          <a:ext cx="5811128" cy="491400"/>
        </a:xfrm>
        <a:prstGeom prst="round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Modèles purement tabulaires</a:t>
          </a:r>
          <a:endParaRPr lang="en-US" sz="2000" kern="1200"/>
        </a:p>
      </dsp:txBody>
      <dsp:txXfrm>
        <a:off x="23988" y="2342897"/>
        <a:ext cx="5763152" cy="443424"/>
      </dsp:txXfrm>
    </dsp:sp>
    <dsp:sp modelId="{89488EEF-DB59-41CC-B455-0EC4EE96399C}">
      <dsp:nvSpPr>
        <dsp:cNvPr id="0" name=""/>
        <dsp:cNvSpPr/>
      </dsp:nvSpPr>
      <dsp:spPr>
        <a:xfrm>
          <a:off x="0" y="2867909"/>
          <a:ext cx="5811128" cy="491400"/>
        </a:xfrm>
        <a:prstGeom prst="roundRect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/>
            <a:t>Perspectives :</a:t>
          </a:r>
          <a:endParaRPr lang="en-US" sz="2000" kern="1200"/>
        </a:p>
      </dsp:txBody>
      <dsp:txXfrm>
        <a:off x="23988" y="2891897"/>
        <a:ext cx="5763152" cy="443424"/>
      </dsp:txXfrm>
    </dsp:sp>
    <dsp:sp modelId="{5B5C7C9E-969F-4153-A15A-72A5164EF655}">
      <dsp:nvSpPr>
        <dsp:cNvPr id="0" name=""/>
        <dsp:cNvSpPr/>
      </dsp:nvSpPr>
      <dsp:spPr>
        <a:xfrm>
          <a:off x="0" y="3416909"/>
          <a:ext cx="5811128" cy="491400"/>
        </a:xfrm>
        <a:prstGeom prst="round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Ajout de données spatiales</a:t>
          </a:r>
          <a:endParaRPr lang="en-US" sz="2000" kern="1200"/>
        </a:p>
      </dsp:txBody>
      <dsp:txXfrm>
        <a:off x="23988" y="3440897"/>
        <a:ext cx="5763152" cy="443424"/>
      </dsp:txXfrm>
    </dsp:sp>
    <dsp:sp modelId="{F4760795-D787-4A94-87FE-4260140266B6}">
      <dsp:nvSpPr>
        <dsp:cNvPr id="0" name=""/>
        <dsp:cNvSpPr/>
      </dsp:nvSpPr>
      <dsp:spPr>
        <a:xfrm>
          <a:off x="0" y="3965909"/>
          <a:ext cx="5811128" cy="491400"/>
        </a:xfrm>
        <a:prstGeom prst="roundRect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Séries temporelles</a:t>
          </a:r>
          <a:endParaRPr lang="en-US" sz="2000" kern="1200" dirty="0"/>
        </a:p>
      </dsp:txBody>
      <dsp:txXfrm>
        <a:off x="23988" y="3989897"/>
        <a:ext cx="5763152" cy="443424"/>
      </dsp:txXfrm>
    </dsp:sp>
    <dsp:sp modelId="{58AFB679-7B33-474C-8796-AE3D8003A0DF}">
      <dsp:nvSpPr>
        <dsp:cNvPr id="0" name=""/>
        <dsp:cNvSpPr/>
      </dsp:nvSpPr>
      <dsp:spPr>
        <a:xfrm>
          <a:off x="0" y="4514909"/>
          <a:ext cx="5811128" cy="4914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Prévisions multi-horizon</a:t>
          </a:r>
          <a:endParaRPr lang="en-US" sz="2000" kern="1200" dirty="0"/>
        </a:p>
      </dsp:txBody>
      <dsp:txXfrm>
        <a:off x="23988" y="4538897"/>
        <a:ext cx="5763152" cy="4434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4B000-6144-4E01-BCCC-F61B59063403}">
      <dsp:nvSpPr>
        <dsp:cNvPr id="0" name=""/>
        <dsp:cNvSpPr/>
      </dsp:nvSpPr>
      <dsp:spPr>
        <a:xfrm>
          <a:off x="0" y="103649"/>
          <a:ext cx="5811128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0" i="0" kern="1200" baseline="0"/>
            <a:t>Pipeline Big Data complet avec Apache Spark</a:t>
          </a:r>
          <a:endParaRPr lang="en-US" sz="2600" kern="1200"/>
        </a:p>
      </dsp:txBody>
      <dsp:txXfrm>
        <a:off x="50489" y="154138"/>
        <a:ext cx="5710150" cy="933302"/>
      </dsp:txXfrm>
    </dsp:sp>
    <dsp:sp modelId="{EBF3846A-1A6B-4F25-827D-4768D42462EA}">
      <dsp:nvSpPr>
        <dsp:cNvPr id="0" name=""/>
        <dsp:cNvSpPr/>
      </dsp:nvSpPr>
      <dsp:spPr>
        <a:xfrm>
          <a:off x="0" y="1212809"/>
          <a:ext cx="5811128" cy="103428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0" i="0" kern="1200" baseline="0"/>
            <a:t>Usage concret de la programmation fonctionnelle en Scala</a:t>
          </a:r>
          <a:endParaRPr lang="en-US" sz="2600" kern="1200"/>
        </a:p>
      </dsp:txBody>
      <dsp:txXfrm>
        <a:off x="50489" y="1263298"/>
        <a:ext cx="5710150" cy="933302"/>
      </dsp:txXfrm>
    </dsp:sp>
    <dsp:sp modelId="{92718DCD-F1D2-4DD1-B7DD-9C2B94F85441}">
      <dsp:nvSpPr>
        <dsp:cNvPr id="0" name=""/>
        <dsp:cNvSpPr/>
      </dsp:nvSpPr>
      <dsp:spPr>
        <a:xfrm>
          <a:off x="0" y="2321969"/>
          <a:ext cx="5811128" cy="103428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0" i="0" kern="1200" baseline="0"/>
            <a:t>Combinaison EDA, GraphX et ML</a:t>
          </a:r>
          <a:endParaRPr lang="en-US" sz="2600" kern="1200"/>
        </a:p>
      </dsp:txBody>
      <dsp:txXfrm>
        <a:off x="50489" y="2372458"/>
        <a:ext cx="5710150" cy="933302"/>
      </dsp:txXfrm>
    </dsp:sp>
    <dsp:sp modelId="{BFC49CCA-7A7D-406A-A0AB-0F09F75C2017}">
      <dsp:nvSpPr>
        <dsp:cNvPr id="0" name=""/>
        <dsp:cNvSpPr/>
      </dsp:nvSpPr>
      <dsp:spPr>
        <a:xfrm>
          <a:off x="0" y="3431129"/>
          <a:ext cx="5811128" cy="103428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0" i="0" kern="1200" baseline="0"/>
            <a:t>Résultats cohérents et interprétables</a:t>
          </a:r>
          <a:endParaRPr lang="en-US" sz="2600" kern="1200"/>
        </a:p>
      </dsp:txBody>
      <dsp:txXfrm>
        <a:off x="50489" y="3481618"/>
        <a:ext cx="5710150" cy="933302"/>
      </dsp:txXfrm>
    </dsp:sp>
    <dsp:sp modelId="{9B72A7FB-2F3C-4A57-BF33-39CAC37878BC}">
      <dsp:nvSpPr>
        <dsp:cNvPr id="0" name=""/>
        <dsp:cNvSpPr/>
      </dsp:nvSpPr>
      <dsp:spPr>
        <a:xfrm>
          <a:off x="0" y="4540289"/>
          <a:ext cx="5811128" cy="10342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0" i="0" kern="1200" baseline="0"/>
            <a:t>Projet conforme aux exigences du sujet</a:t>
          </a:r>
          <a:endParaRPr lang="en-US" sz="2600" kern="1200"/>
        </a:p>
      </dsp:txBody>
      <dsp:txXfrm>
        <a:off x="50489" y="4590778"/>
        <a:ext cx="5710150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CACE7-D506-44F4-890B-7E45B9919A4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2EF1F-79D4-4341-82C9-3ADCDBC0DB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5139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BD000E8-1B87-7E40-C835-03D1E8F4B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1E6A5D4-510F-1898-9A40-5DBDF917A6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400549"/>
            <a:ext cx="5486400" cy="3600450"/>
          </a:xfrm>
          <a:noFill/>
          <a:ln>
            <a:noFill/>
          </a:ln>
        </p:spPr>
        <p:txBody>
          <a:bodyPr wrap="square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61E2E3-CED4-5E29-7A1C-D3C828D1EC9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6A95B6E-9FB2-4489-B522-7CFAC8C004C6}" type="slidenum">
              <a:t>9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480CA9-DD2D-D2F9-A38D-14F636406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DEB4830-6731-7698-E99C-AEE55B09A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BDAA25-7FFE-9895-B3E8-79BD89EB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4019-9C5A-42D8-9575-3BC4ECBE954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89B68E-9A6A-960A-7A32-0205F63F1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4CFE0B-638D-48E4-F2F1-1DF5BACB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4EC77-9B87-4D7A-9EFE-D8D570403F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174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BD67DB-4E9E-27C6-E45A-7DCC0ADFE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EC5426-2A20-B7F2-D032-E38EAD310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C7042B-8937-3065-5F0F-516525D0D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4019-9C5A-42D8-9575-3BC4ECBE954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8462F8-0AC8-E514-8BB3-3303FC54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2B4FCE-EC3D-D1EB-9E8D-97A8B81F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4EC77-9B87-4D7A-9EFE-D8D570403F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04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89E2F9-7201-D3A9-FC77-845814A2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2F2501-4082-4C21-BDD6-A179955E8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083465-060A-18FF-FC56-A58EF42B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4019-9C5A-42D8-9575-3BC4ECBE954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188A69-45A2-87EF-E143-35BBE95E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C100DD-D576-7F01-CDC3-F1F353B9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4EC77-9B87-4D7A-9EFE-D8D570403F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29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C3CB13-B72D-5C9B-220A-1AD228B8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239DEB-2998-D293-9560-BC7794876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FD93C6-6AAC-740B-607C-7F22A0DC6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526A87-30DA-CEC1-F1FA-A1BDFF5E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4019-9C5A-42D8-9575-3BC4ECBE954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FB8A4CE-03D0-5090-97AD-B1D91E12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E3334E-F9B7-8A75-58D6-C85C5A4E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4EC77-9B87-4D7A-9EFE-D8D570403F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0392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A10432-2EA8-AD4B-B4C8-8EE66E3C4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EA9825-6A25-CBE7-2346-5FED874FE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592637-0DD2-F66F-2AB9-8537E580B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E7CF6B7-0EBB-ED3F-68DC-6A7095651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88D167B-574B-BB12-E55B-1EEFA1043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5D6FB7A-320C-FFE5-B92E-668A742AD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4019-9C5A-42D8-9575-3BC4ECBE954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94733F6-35C8-ABF7-A6D9-52EE7006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0FC9087-8C5F-BD47-E72E-08CB32C6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4EC77-9B87-4D7A-9EFE-D8D570403F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774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F4E1B3-3AC4-8E51-EDC2-94C23BE2F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736B60-1D16-22B2-F541-7F69CB52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4019-9C5A-42D8-9575-3BC4ECBE954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02346D2-69E9-78D0-599E-86A49174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C79892-B991-C464-5FF1-E9EDDC6A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4EC77-9B87-4D7A-9EFE-D8D570403F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792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6F93BA9-991B-9572-3AEF-C00CE1D8F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4019-9C5A-42D8-9575-3BC4ECBE954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05702DD-571C-D049-3F4C-B7CF2BB4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EEBCD0-3275-FA38-AA93-0E3EFADB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4EC77-9B87-4D7A-9EFE-D8D570403F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027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B12E7A-22B2-008D-AFBE-F7249FAC1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614B0D-4278-1F4E-13F6-0698C7AA8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DDA8C2-9759-4B84-0CE6-81EDC19DB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9EC2BAE-9681-9D0E-B8D3-D7F4BBD49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4019-9C5A-42D8-9575-3BC4ECBE954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E590A3-23EF-A856-0014-FE62B99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A6206B-AE59-DC69-DCD0-E1426E3E9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4EC77-9B87-4D7A-9EFE-D8D570403F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797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E7A15F-62F2-07D9-2550-D3204EFCA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616DF4A-E242-2398-89CC-919224A02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7BB644-E13D-BDDF-9E61-9F0DD390E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B3F89A-3A82-C672-14A0-4821C2D44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4019-9C5A-42D8-9575-3BC4ECBE954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F6FA04-1ED6-37EE-96BA-6933C7C4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1BA12A-7651-3968-923B-C59EE004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4EC77-9B87-4D7A-9EFE-D8D570403F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69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7F8D0B-7110-72D2-45F4-1183A5753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0AE77FB-F726-8EF8-088B-43BA8D976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05ED00-17E6-EE44-B260-BFA2A910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4019-9C5A-42D8-9575-3BC4ECBE954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C31CD2-196A-EA89-1481-2F6BF9C1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635B1C-5DC6-B780-1863-E56F30C6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4EC77-9B87-4D7A-9EFE-D8D570403F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67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A89A200-C5F4-AF58-3BB1-A973A766ED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70056A9-36E8-407F-05F8-3DB2779A9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4EB918-86B3-D74A-6CB6-2224AFC87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4019-9C5A-42D8-9575-3BC4ECBE954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860039-1BB3-F29C-23CD-B355D9D7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7DC3E9-3E5F-10B4-1208-1F50B6284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4EC77-9B87-4D7A-9EFE-D8D570403F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5598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92AF28A-2699-4671-0C2A-8060BE360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A4D3FA-2320-EEFD-3C72-D21CBA52A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6353F0-A90F-4C4F-47FE-68779E74E5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C4019-9C5A-42D8-9575-3BC4ECBE954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44661A-75EB-7664-A631-029513CE3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DAE60B-0B18-BAC3-AC6A-725D8A13C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F4EC77-9B87-4D7A-9EFE-D8D570403F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63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5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A72FDE-C9E4-7454-9458-7D4B42948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6271" y="2502793"/>
            <a:ext cx="8879457" cy="1172408"/>
          </a:xfrm>
        </p:spPr>
        <p:txBody>
          <a:bodyPr>
            <a:no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et prédiction de la pollution urbaine</a:t>
            </a:r>
            <a:b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180058-B130-421F-CE5A-124137E68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7134" y="897508"/>
            <a:ext cx="9144000" cy="435124"/>
          </a:xfrm>
        </p:spPr>
        <p:txBody>
          <a:bodyPr>
            <a:norm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ING2 GMA </a:t>
            </a:r>
          </a:p>
        </p:txBody>
      </p:sp>
      <p:pic>
        <p:nvPicPr>
          <p:cNvPr id="6" name="Image 5" descr="Une image contenant logo, Police, Graphique, symbole&#10;&#10;Le contenu généré par l’IA peut être incorrect.">
            <a:extLst>
              <a:ext uri="{FF2B5EF4-FFF2-40B4-BE49-F238E27FC236}">
                <a16:creationId xmlns:a16="http://schemas.microsoft.com/office/drawing/2014/main" id="{9094B247-B6FA-A9A4-2D60-E5D9C767C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74" y="477237"/>
            <a:ext cx="2602247" cy="159401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E85B96C-DD2C-3ADC-549A-355CDCE95FE3}"/>
              </a:ext>
            </a:extLst>
          </p:cNvPr>
          <p:cNvSpPr txBox="1"/>
          <p:nvPr/>
        </p:nvSpPr>
        <p:spPr>
          <a:xfrm>
            <a:off x="673775" y="4540522"/>
            <a:ext cx="52333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fr-FR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Wendpêgré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Hugues Anselme KABORE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Athittyan BALAGOWRIYAN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Abdoul Aziz SOW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Papa Moussa NDONG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B49E671-C56E-C7A5-8067-468A8410016F}"/>
              </a:ext>
            </a:extLst>
          </p:cNvPr>
          <p:cNvSpPr txBox="1"/>
          <p:nvPr/>
        </p:nvSpPr>
        <p:spPr>
          <a:xfrm>
            <a:off x="7735972" y="5591160"/>
            <a:ext cx="411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 : 2024 – 2025 </a:t>
            </a:r>
          </a:p>
        </p:txBody>
      </p:sp>
    </p:spTree>
    <p:extLst>
      <p:ext uri="{BB962C8B-B14F-4D97-AF65-F5344CB8AC3E}">
        <p14:creationId xmlns:p14="http://schemas.microsoft.com/office/powerpoint/2010/main" val="251644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umées provenant d’un motorisation de la motorisation">
            <a:extLst>
              <a:ext uri="{FF2B5EF4-FFF2-40B4-BE49-F238E27FC236}">
                <a16:creationId xmlns:a16="http://schemas.microsoft.com/office/drawing/2014/main" id="{0366AB93-6E37-B77F-021F-D2500A1CF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86" r="2486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5DFA8AA-5880-C362-7B9E-1902BBAD1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pPr algn="ctr"/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285C50B-695E-1763-C88E-B4F8089C7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4131" y="1964986"/>
            <a:ext cx="5247340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pollution de l’air dépend fortement du temps, de l’heure et de la météo</a:t>
            </a:r>
          </a:p>
          <a:p>
            <a:pPr marL="0" indent="0">
              <a:buNone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contient des données environnementales horaires sur plusieurs années</a:t>
            </a:r>
          </a:p>
          <a:p>
            <a:pPr marL="0" indent="0">
              <a:buNone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volume et la nature temporelle rendent l’analyse complexe sans Big Data</a:t>
            </a:r>
          </a:p>
          <a:p>
            <a:pPr marL="0" indent="0">
              <a:buNone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Construire un pipeline Spark complet de traitement de données</a:t>
            </a:r>
          </a:p>
          <a:p>
            <a:pPr marL="0" indent="0">
              <a:buNone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Nettoyer, enrichir et analyser des données environnementales multivariées</a:t>
            </a:r>
          </a:p>
          <a:p>
            <a:pPr marL="0" indent="0">
              <a:buNone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Comparer plusieurs modèles de prédiction de la pollution</a:t>
            </a:r>
          </a:p>
          <a:p>
            <a:pPr marL="0" indent="0">
              <a:buNone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Mettre en pratique Scala &amp; Spark SQL dans un vrai cas Big Data</a:t>
            </a:r>
          </a:p>
          <a:p>
            <a:pPr marL="0" indent="0">
              <a:buNone/>
            </a:pP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367321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2D891E-B6DA-E78A-7A9B-2AC4A08C9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Sommaire</a:t>
            </a:r>
          </a:p>
        </p:txBody>
      </p:sp>
      <p:graphicFrame>
        <p:nvGraphicFramePr>
          <p:cNvPr id="32" name="Espace réservé du contenu 2">
            <a:extLst>
              <a:ext uri="{FF2B5EF4-FFF2-40B4-BE49-F238E27FC236}">
                <a16:creationId xmlns:a16="http://schemas.microsoft.com/office/drawing/2014/main" id="{C31EEC3F-3AA4-9952-2CB6-212F192E59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43227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4650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4F4CCD-3029-50F4-E1DB-4C9E97446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80" y="548640"/>
            <a:ext cx="10378440" cy="77724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et source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348090-6398-DA83-7B6D-9AFD4DCA96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4716" y="1746504"/>
            <a:ext cx="5000244" cy="45628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fr-FR" altLang="fr-FR" sz="2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multivarié issu de </a:t>
            </a:r>
            <a:r>
              <a:rPr kumimoji="0" lang="fr-FR" altLang="fr-FR" sz="2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endParaRPr kumimoji="0" lang="fr-FR" altLang="fr-FR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fr-FR" alt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Messures</a:t>
            </a:r>
            <a:r>
              <a:rPr lang="fr-FR" alt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horraires</a:t>
            </a:r>
            <a:r>
              <a:rPr lang="fr-FR" alt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environnementales</a:t>
            </a:r>
            <a:endParaRPr kumimoji="0" lang="fr-FR" altLang="fr-FR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fr-FR" alt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ollution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(cible à prédire)</a:t>
            </a:r>
            <a:endParaRPr kumimoji="0" lang="fr-FR" altLang="fr-FR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fr-FR" alt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empérature (temp)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fr-FR" alt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oint de rosée (</a:t>
            </a:r>
            <a:r>
              <a:rPr kumimoji="0" lang="fr-FR" altLang="fr-FR" sz="2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dew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fr-FR" alt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ression atmosphérique (</a:t>
            </a:r>
            <a:r>
              <a:rPr kumimoji="0" lang="fr-FR" altLang="fr-FR" sz="2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fr-FR" alt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itesse du vent (</a:t>
            </a:r>
            <a:r>
              <a:rPr kumimoji="0" lang="fr-FR" altLang="fr-FR" sz="2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wnd_spd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Précipitations : neige / pluie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fr-FR" alt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ate &amp; heure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Taille du jeu de données 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fr-FR" altLang="fr-FR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43 800 lignes</a:t>
            </a:r>
            <a:endParaRPr kumimoji="0" lang="fr-FR" altLang="fr-FR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 descr="Une image contenant texte, capture d’écran, graphisme, Graphique&#10;&#10;Le contenu généré par l’IA peut être incorrect.">
            <a:extLst>
              <a:ext uri="{FF2B5EF4-FFF2-40B4-BE49-F238E27FC236}">
                <a16:creationId xmlns:a16="http://schemas.microsoft.com/office/drawing/2014/main" id="{BF04D6EE-C45D-739B-5768-F3909E6C5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614" y="1434140"/>
            <a:ext cx="7322300" cy="1562318"/>
          </a:xfrm>
          <a:prstGeom prst="rect">
            <a:avLst/>
          </a:prstGeom>
        </p:spPr>
      </p:pic>
      <p:pic>
        <p:nvPicPr>
          <p:cNvPr id="10" name="Image 9" descr="Une image contenant texte, capture d’écran, Police, Tracé&#10;&#10;Le contenu généré par l’IA peut être incorrect.">
            <a:extLst>
              <a:ext uri="{FF2B5EF4-FFF2-40B4-BE49-F238E27FC236}">
                <a16:creationId xmlns:a16="http://schemas.microsoft.com/office/drawing/2014/main" id="{72A68F2E-0BDD-96A0-7077-87EC1F686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244" y="3308822"/>
            <a:ext cx="6797040" cy="261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05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58F14BFF-1A80-5DD1-AC50-60F1FD138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913" y="2167129"/>
            <a:ext cx="9348172" cy="285181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A992CD9-A462-A60A-210C-E859C2F24534}"/>
              </a:ext>
            </a:extLst>
          </p:cNvPr>
          <p:cNvSpPr txBox="1"/>
          <p:nvPr/>
        </p:nvSpPr>
        <p:spPr>
          <a:xfrm>
            <a:off x="2557271" y="609429"/>
            <a:ext cx="7077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du projet</a:t>
            </a:r>
          </a:p>
        </p:txBody>
      </p:sp>
    </p:spTree>
    <p:extLst>
      <p:ext uri="{BB962C8B-B14F-4D97-AF65-F5344CB8AC3E}">
        <p14:creationId xmlns:p14="http://schemas.microsoft.com/office/powerpoint/2010/main" val="1575963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50ED24-C67E-3C48-EC7B-B48AEC0F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9FD6E6-7637-FD95-7466-78397FBC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Spark SQL &amp; parallélisme</a:t>
            </a:r>
          </a:p>
          <a:p>
            <a:pPr marL="0" indent="0"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Les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Spark sont automatiquement distribués sur plusieurs partitions</a:t>
            </a:r>
          </a:p>
          <a:p>
            <a:pPr marL="0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Les opérations sont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éxécutées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parallèle sans gestions manuelle</a:t>
            </a:r>
          </a:p>
          <a:p>
            <a:pPr marL="0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Spark applique des optimisations internes + évaluation paresseuse (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lazy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6" name="Image 5" descr="Une image contenant Police, logo, Graphique, texte&#10;&#10;Le contenu généré par l’IA peut être incorrect.">
            <a:extLst>
              <a:ext uri="{FF2B5EF4-FFF2-40B4-BE49-F238E27FC236}">
                <a16:creationId xmlns:a16="http://schemas.microsoft.com/office/drawing/2014/main" id="{D9BA5A6F-7256-81B2-4708-537C0AC96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71" y="4188987"/>
            <a:ext cx="3089802" cy="169562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E74E3FA-6ABA-5CDD-AE1E-591076378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077" y="4185837"/>
            <a:ext cx="4188452" cy="169877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F723C2B-CAB4-C96A-4454-DA0347081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8201" y="3245817"/>
            <a:ext cx="1562318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11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EB148-6D6F-14A0-5218-4927C6135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556260"/>
            <a:ext cx="5650992" cy="1307592"/>
          </a:xfrm>
        </p:spPr>
        <p:txBody>
          <a:bodyPr anchor="ctr">
            <a:normAutofit fontScale="9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Nettoyage &amp;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</a:t>
            </a:r>
            <a:br>
              <a:rPr lang="fr-FR" sz="3700" b="1" dirty="0"/>
            </a:br>
            <a:endParaRPr lang="fr-FR" sz="37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A9262C-C9DA-BE0E-33FB-0DF517C0E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28" y="1863852"/>
            <a:ext cx="6007608" cy="3678936"/>
          </a:xfrm>
        </p:spPr>
        <p:txBody>
          <a:bodyPr anchor="ctr">
            <a:norm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Nettoyage :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na.drop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dropDuplicate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Imputation :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na.fill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: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to_timestamp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temporelles :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hour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()…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Stockage :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write.parquet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fr-FR" sz="1000" dirty="0"/>
          </a:p>
        </p:txBody>
      </p:sp>
      <p:pic>
        <p:nvPicPr>
          <p:cNvPr id="7" name="Image 6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3D5FE56-4068-A6E9-C3D2-831CC7EAF4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47" r="-2" b="-2"/>
          <a:stretch>
            <a:fillRect/>
          </a:stretch>
        </p:blipFill>
        <p:spPr>
          <a:xfrm>
            <a:off x="6789300" y="1210056"/>
            <a:ext cx="4954738" cy="443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25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F967C4E4-78B2-95F8-FB86-D98FE2D98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7AD1118-6AB0-76A5-59F6-F9A41E8B8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/>
          <a:lstStyle/>
          <a:p>
            <a:pPr lvl="0"/>
            <a:r>
              <a:rPr lang="fr-FR" sz="4600"/>
              <a:t>Analyse exploratoire (EDA)</a:t>
            </a:r>
          </a:p>
        </p:txBody>
      </p:sp>
      <p:sp>
        <p:nvSpPr>
          <p:cNvPr id="4" name="sketch line">
            <a:extLst>
              <a:ext uri="{FF2B5EF4-FFF2-40B4-BE49-F238E27FC236}">
                <a16:creationId xmlns:a16="http://schemas.microsoft.com/office/drawing/2014/main" id="{BFF4721B-2208-E231-5DA0-3F49EB4B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43280" y="2372868"/>
            <a:ext cx="3255099" cy="18288"/>
          </a:xfrm>
          <a:prstGeom prst="rect">
            <a:avLst/>
          </a:prstGeom>
          <a:solidFill>
            <a:srgbClr val="E97132"/>
          </a:solidFill>
          <a:ln w="38103" cap="rnd">
            <a:solidFill>
              <a:srgbClr val="E97132"/>
            </a:solidFill>
            <a:prstDash val="solid"/>
            <a:round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BA5B656-4159-72C3-98AE-D8BA778CBC7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0936" y="2660903"/>
            <a:ext cx="4818888" cy="3547872"/>
          </a:xfrm>
        </p:spPr>
        <p:txBody>
          <a:bodyPr/>
          <a:lstStyle/>
          <a:p>
            <a:pPr marL="0" lvl="0" indent="0">
              <a:buNone/>
            </a:pPr>
            <a:r>
              <a:rPr lang="fr-FR" sz="1900" b="1"/>
              <a:t>Analyses réalisées :</a:t>
            </a:r>
            <a:endParaRPr lang="fr-FR" sz="1900"/>
          </a:p>
          <a:p>
            <a:pPr lvl="0"/>
            <a:r>
              <a:rPr lang="fr-FR" sz="1900"/>
              <a:t>Pollution moyenne par heure</a:t>
            </a:r>
          </a:p>
          <a:p>
            <a:pPr lvl="0"/>
            <a:r>
              <a:rPr lang="fr-FR" sz="1900"/>
              <a:t>Pollution moyenne par mois</a:t>
            </a:r>
          </a:p>
          <a:p>
            <a:pPr lvl="0"/>
            <a:r>
              <a:rPr lang="fr-FR" sz="1900"/>
              <a:t>Pollution moyenne par jour de la semaine</a:t>
            </a:r>
          </a:p>
          <a:p>
            <a:pPr lvl="0"/>
            <a:r>
              <a:rPr lang="fr-FR" sz="1900" b="1"/>
              <a:t>Objectif :</a:t>
            </a:r>
          </a:p>
          <a:p>
            <a:pPr lvl="0"/>
            <a:r>
              <a:rPr lang="fr-FR" sz="1900"/>
              <a:t>Identifier tendances journalières</a:t>
            </a:r>
          </a:p>
          <a:p>
            <a:pPr lvl="0"/>
            <a:r>
              <a:rPr lang="fr-FR" sz="1900"/>
              <a:t>Détecter saisonnalité</a:t>
            </a:r>
          </a:p>
          <a:p>
            <a:pPr lvl="0"/>
            <a:r>
              <a:rPr lang="fr-FR" sz="1900"/>
              <a:t>Comprendre la structure temporelle</a:t>
            </a:r>
          </a:p>
          <a:p>
            <a:pPr marL="0" lvl="0" indent="0">
              <a:buNone/>
            </a:pPr>
            <a:endParaRPr lang="fr-FR" sz="1900"/>
          </a:p>
        </p:txBody>
      </p:sp>
      <p:grpSp>
        <p:nvGrpSpPr>
          <p:cNvPr id="6" name="Groupe 7">
            <a:extLst>
              <a:ext uri="{FF2B5EF4-FFF2-40B4-BE49-F238E27FC236}">
                <a16:creationId xmlns:a16="http://schemas.microsoft.com/office/drawing/2014/main" id="{DD2A87EF-8741-65E0-2B82-E827F803C75C}"/>
              </a:ext>
            </a:extLst>
          </p:cNvPr>
          <p:cNvGrpSpPr/>
          <p:nvPr/>
        </p:nvGrpSpPr>
        <p:grpSpPr>
          <a:xfrm>
            <a:off x="9844604" y="3683175"/>
            <a:ext cx="2516766" cy="1061975"/>
            <a:chOff x="9844604" y="3683175"/>
            <a:chExt cx="2516766" cy="1061975"/>
          </a:xfrm>
        </p:grpSpPr>
        <p:sp>
          <p:nvSpPr>
            <p:cNvPr id="7" name="ZoneTexte 8">
              <a:extLst>
                <a:ext uri="{FF2B5EF4-FFF2-40B4-BE49-F238E27FC236}">
                  <a16:creationId xmlns:a16="http://schemas.microsoft.com/office/drawing/2014/main" id="{2FE048B2-4A21-DF70-2870-56848F38B137}"/>
                </a:ext>
              </a:extLst>
            </p:cNvPr>
            <p:cNvSpPr txBox="1"/>
            <p:nvPr/>
          </p:nvSpPr>
          <p:spPr>
            <a:xfrm>
              <a:off x="10593625" y="3805906"/>
              <a:ext cx="1767745" cy="73866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285750" marR="0" lvl="0" indent="-2857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 typeface="Arial" pitchFamily="34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400" b="0" i="0" u="none" strike="noStrike" kern="1200" cap="none" spc="0" baseline="0">
                  <a:solidFill>
                    <a:srgbClr val="3A3A3A"/>
                  </a:solidFill>
                  <a:uFillTx/>
                  <a:latin typeface="Aptos"/>
                </a:rPr>
                <a:t>groupBy, </a:t>
              </a:r>
            </a:p>
            <a:p>
              <a:pPr marL="285750" marR="0" lvl="0" indent="-2857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 typeface="Arial" pitchFamily="34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400" b="0" i="0" u="none" strike="noStrike" kern="1200" cap="none" spc="0" baseline="0">
                  <a:solidFill>
                    <a:srgbClr val="3A3A3A"/>
                  </a:solidFill>
                  <a:uFillTx/>
                  <a:latin typeface="Aptos"/>
                </a:rPr>
                <a:t>agrégations, </a:t>
              </a:r>
            </a:p>
            <a:p>
              <a:pPr marL="285750" marR="0" lvl="0" indent="-2857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 typeface="Arial" pitchFamily="34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400" b="0" i="0" u="none" strike="noStrike" kern="1200" cap="none" spc="0" baseline="0">
                  <a:solidFill>
                    <a:srgbClr val="3A3A3A"/>
                  </a:solidFill>
                  <a:uFillTx/>
                  <a:latin typeface="Aptos"/>
                </a:rPr>
                <a:t>corrélations</a:t>
              </a:r>
            </a:p>
          </p:txBody>
        </p:sp>
        <p:cxnSp>
          <p:nvCxnSpPr>
            <p:cNvPr id="8" name="Connecteur droit avec flèche 9">
              <a:extLst>
                <a:ext uri="{FF2B5EF4-FFF2-40B4-BE49-F238E27FC236}">
                  <a16:creationId xmlns:a16="http://schemas.microsoft.com/office/drawing/2014/main" id="{563D1C34-BFA1-ADD2-9CE4-3B83A7C8EDF0}"/>
                </a:ext>
              </a:extLst>
            </p:cNvPr>
            <p:cNvCxnSpPr/>
            <p:nvPr/>
          </p:nvCxnSpPr>
          <p:spPr>
            <a:xfrm>
              <a:off x="9844604" y="4218346"/>
              <a:ext cx="553157" cy="0"/>
            </a:xfrm>
            <a:prstGeom prst="straightConnector1">
              <a:avLst/>
            </a:prstGeom>
            <a:noFill/>
            <a:ln w="19046" cap="flat">
              <a:solidFill>
                <a:srgbClr val="156082"/>
              </a:solidFill>
              <a:prstDash val="solid"/>
              <a:miter/>
              <a:tailEnd type="arrow"/>
            </a:ln>
          </p:spPr>
        </p:cxnSp>
        <p:sp>
          <p:nvSpPr>
            <p:cNvPr id="9" name="Accolade ouvrante 10">
              <a:extLst>
                <a:ext uri="{FF2B5EF4-FFF2-40B4-BE49-F238E27FC236}">
                  <a16:creationId xmlns:a16="http://schemas.microsoft.com/office/drawing/2014/main" id="{E760C54C-D668-B884-8C87-8A3FA4AB07B3}"/>
                </a:ext>
              </a:extLst>
            </p:cNvPr>
            <p:cNvSpPr/>
            <p:nvPr/>
          </p:nvSpPr>
          <p:spPr>
            <a:xfrm>
              <a:off x="10397761" y="3683175"/>
              <a:ext cx="130576" cy="10619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+- 0 0 5400000"/>
                <a:gd name="f9" fmla="val 8333"/>
                <a:gd name="f10" fmla="val 50000"/>
                <a:gd name="f11" fmla="+- 0 0 -180"/>
                <a:gd name="f12" fmla="+- 0 0 -270"/>
                <a:gd name="f13" fmla="+- 0 0 -360"/>
                <a:gd name="f14" fmla="abs f3"/>
                <a:gd name="f15" fmla="abs f4"/>
                <a:gd name="f16" fmla="abs f5"/>
                <a:gd name="f17" fmla="+- 2700000 f1 0"/>
                <a:gd name="f18" fmla="*/ f11 f0 1"/>
                <a:gd name="f19" fmla="*/ f12 f0 1"/>
                <a:gd name="f20" fmla="*/ f13 f0 1"/>
                <a:gd name="f21" fmla="?: f14 f3 1"/>
                <a:gd name="f22" fmla="?: f15 f4 1"/>
                <a:gd name="f23" fmla="?: f16 f5 1"/>
                <a:gd name="f24" fmla="+- f17 0 f1"/>
                <a:gd name="f25" fmla="*/ f18 1 f2"/>
                <a:gd name="f26" fmla="*/ f19 1 f2"/>
                <a:gd name="f27" fmla="*/ f20 1 f2"/>
                <a:gd name="f28" fmla="*/ f21 1 21600"/>
                <a:gd name="f29" fmla="*/ f22 1 21600"/>
                <a:gd name="f30" fmla="*/ 21600 f21 1"/>
                <a:gd name="f31" fmla="*/ 21600 f22 1"/>
                <a:gd name="f32" fmla="+- f24 f1 0"/>
                <a:gd name="f33" fmla="+- f25 0 f1"/>
                <a:gd name="f34" fmla="+- f26 0 f1"/>
                <a:gd name="f35" fmla="+- f27 0 f1"/>
                <a:gd name="f36" fmla="min f29 f28"/>
                <a:gd name="f37" fmla="*/ f30 1 f23"/>
                <a:gd name="f38" fmla="*/ f31 1 f23"/>
                <a:gd name="f39" fmla="*/ f32 f7 1"/>
                <a:gd name="f40" fmla="val f37"/>
                <a:gd name="f41" fmla="val f38"/>
                <a:gd name="f42" fmla="*/ f39 1 f0"/>
                <a:gd name="f43" fmla="*/ f6 f36 1"/>
                <a:gd name="f44" fmla="+- f41 0 f6"/>
                <a:gd name="f45" fmla="+- f40 0 f6"/>
                <a:gd name="f46" fmla="+- 0 0 f42"/>
                <a:gd name="f47" fmla="*/ f40 f36 1"/>
                <a:gd name="f48" fmla="*/ f41 f36 1"/>
                <a:gd name="f49" fmla="*/ f45 1 2"/>
                <a:gd name="f50" fmla="min f45 f44"/>
                <a:gd name="f51" fmla="*/ f44 f10 1"/>
                <a:gd name="f52" fmla="+- 0 0 f46"/>
                <a:gd name="f53" fmla="+- f6 f49 0"/>
                <a:gd name="f54" fmla="*/ f50 f9 1"/>
                <a:gd name="f55" fmla="*/ f51 1 100000"/>
                <a:gd name="f56" fmla="*/ f52 f0 1"/>
                <a:gd name="f57" fmla="*/ f49 f36 1"/>
                <a:gd name="f58" fmla="*/ f54 1 100000"/>
                <a:gd name="f59" fmla="*/ f56 1 f7"/>
                <a:gd name="f60" fmla="*/ f53 f36 1"/>
                <a:gd name="f61" fmla="*/ f55 f36 1"/>
                <a:gd name="f62" fmla="+- f59 0 f1"/>
                <a:gd name="f63" fmla="+- f55 f58 0"/>
                <a:gd name="f64" fmla="*/ f58 f36 1"/>
                <a:gd name="f65" fmla="cos 1 f62"/>
                <a:gd name="f66" fmla="sin 1 f62"/>
                <a:gd name="f67" fmla="*/ f63 f36 1"/>
                <a:gd name="f68" fmla="+- 0 0 f65"/>
                <a:gd name="f69" fmla="+- 0 0 f66"/>
                <a:gd name="f70" fmla="+- 0 0 f68"/>
                <a:gd name="f71" fmla="+- 0 0 f69"/>
                <a:gd name="f72" fmla="val f70"/>
                <a:gd name="f73" fmla="val f71"/>
                <a:gd name="f74" fmla="*/ f72 f49 1"/>
                <a:gd name="f75" fmla="*/ f73 f58 1"/>
                <a:gd name="f76" fmla="+- f40 0 f74"/>
                <a:gd name="f77" fmla="+- f58 0 f75"/>
                <a:gd name="f78" fmla="+- f41 f75 0"/>
                <a:gd name="f79" fmla="+- f78 0 f58"/>
                <a:gd name="f80" fmla="*/ f76 f36 1"/>
                <a:gd name="f81" fmla="*/ f77 f36 1"/>
                <a:gd name="f82" fmla="*/ f79 f3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47" y="f43"/>
                </a:cxn>
                <a:cxn ang="f34">
                  <a:pos x="f43" y="f61"/>
                </a:cxn>
                <a:cxn ang="f35">
                  <a:pos x="f47" y="f48"/>
                </a:cxn>
              </a:cxnLst>
              <a:rect l="f80" t="f81" r="f47" b="f82"/>
              <a:pathLst>
                <a:path stroke="0">
                  <a:moveTo>
                    <a:pt x="f47" y="f48"/>
                  </a:moveTo>
                  <a:arcTo wR="f57" hR="f64" stAng="f1" swAng="f1"/>
                  <a:lnTo>
                    <a:pt x="f60" y="f67"/>
                  </a:lnTo>
                  <a:arcTo wR="f57" hR="f64" stAng="f6" swAng="f8"/>
                  <a:arcTo wR="f57" hR="f64" stAng="f1" swAng="f8"/>
                  <a:lnTo>
                    <a:pt x="f60" y="f64"/>
                  </a:lnTo>
                  <a:arcTo wR="f57" hR="f64" stAng="f0" swAng="f1"/>
                  <a:close/>
                </a:path>
                <a:path fill="none">
                  <a:moveTo>
                    <a:pt x="f47" y="f48"/>
                  </a:moveTo>
                  <a:arcTo wR="f57" hR="f64" stAng="f1" swAng="f1"/>
                  <a:lnTo>
                    <a:pt x="f60" y="f67"/>
                  </a:lnTo>
                  <a:arcTo wR="f57" hR="f64" stAng="f6" swAng="f8"/>
                  <a:arcTo wR="f57" hR="f64" stAng="f1" swAng="f8"/>
                  <a:lnTo>
                    <a:pt x="f60" y="f64"/>
                  </a:lnTo>
                  <a:arcTo wR="f57" hR="f64" stAng="f0" swAng="f1"/>
                </a:path>
              </a:pathLst>
            </a:custGeom>
            <a:noFill/>
            <a:ln w="19046" cap="flat">
              <a:solidFill>
                <a:srgbClr val="156082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  <p:pic>
        <p:nvPicPr>
          <p:cNvPr id="10" name="Image 11">
            <a:extLst>
              <a:ext uri="{FF2B5EF4-FFF2-40B4-BE49-F238E27FC236}">
                <a16:creationId xmlns:a16="http://schemas.microsoft.com/office/drawing/2014/main" id="{7E43F4B5-FBC8-DE64-7F61-B20CBC0585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7" t="7200" r="7534" b="24134"/>
          <a:stretch>
            <a:fillRect/>
          </a:stretch>
        </p:blipFill>
        <p:spPr>
          <a:xfrm>
            <a:off x="6080759" y="1161288"/>
            <a:ext cx="3886200" cy="470915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FC54FD6C-3AE1-5066-23FC-D1C135AB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395A85B6-2BE5-C85D-3F94-5AC3BC4A8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/>
          <a:lstStyle/>
          <a:p>
            <a:pPr lvl="0"/>
            <a:r>
              <a:rPr lang="fr-FR" sz="4600"/>
              <a:t>Analyse exploratoire (EDA)</a:t>
            </a:r>
          </a:p>
        </p:txBody>
      </p:sp>
      <p:sp>
        <p:nvSpPr>
          <p:cNvPr id="4" name="sketch line">
            <a:extLst>
              <a:ext uri="{FF2B5EF4-FFF2-40B4-BE49-F238E27FC236}">
                <a16:creationId xmlns:a16="http://schemas.microsoft.com/office/drawing/2014/main" id="{2D84B0BE-E50F-6206-79BA-9007DD1B5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43280" y="2372868"/>
            <a:ext cx="3255099" cy="18288"/>
          </a:xfrm>
          <a:prstGeom prst="rect">
            <a:avLst/>
          </a:prstGeom>
          <a:solidFill>
            <a:srgbClr val="E97132"/>
          </a:solidFill>
          <a:ln w="38103" cap="rnd">
            <a:solidFill>
              <a:srgbClr val="E97132"/>
            </a:solidFill>
            <a:prstDash val="solid"/>
            <a:round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5" name="Image 4" descr="Une image contenant texte, Tracé, ligne, diagramme&#10;&#10;Le contenu généré par l’IA peut être incorrect.">
            <a:extLst>
              <a:ext uri="{FF2B5EF4-FFF2-40B4-BE49-F238E27FC236}">
                <a16:creationId xmlns:a16="http://schemas.microsoft.com/office/drawing/2014/main" id="{C0A1E398-B194-5E10-879B-73EFB0011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1413159"/>
            <a:ext cx="6617485" cy="466898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ZoneTexte 9">
            <a:extLst>
              <a:ext uri="{FF2B5EF4-FFF2-40B4-BE49-F238E27FC236}">
                <a16:creationId xmlns:a16="http://schemas.microsoft.com/office/drawing/2014/main" id="{47FD2D30-67D7-A7F3-83AF-0EFFB11F3647}"/>
              </a:ext>
            </a:extLst>
          </p:cNvPr>
          <p:cNvSpPr txBox="1"/>
          <p:nvPr/>
        </p:nvSpPr>
        <p:spPr>
          <a:xfrm>
            <a:off x="512064" y="3645996"/>
            <a:ext cx="6094475" cy="1200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Résultats - Cycle journalier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Pollution plus élevée en soirée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Niveau plus faible en milieu de journée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Cycle journalier régulier observé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3D5D887B-8B2A-740E-76ED-63EDE28C8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042DF6C-BA6F-7B3C-AA0C-1DC4A0BAB9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152302"/>
            <a:ext cx="7516367" cy="791202"/>
          </a:xfrm>
        </p:spPr>
        <p:txBody>
          <a:bodyPr anchor="b"/>
          <a:lstStyle/>
          <a:p>
            <a:pPr lvl="0"/>
            <a:r>
              <a:rPr lang="fr-FR" sz="4600"/>
              <a:t>Analyse exploratoire (EDA)</a:t>
            </a:r>
          </a:p>
        </p:txBody>
      </p:sp>
      <p:sp>
        <p:nvSpPr>
          <p:cNvPr id="4" name="ZoneTexte 9">
            <a:extLst>
              <a:ext uri="{FF2B5EF4-FFF2-40B4-BE49-F238E27FC236}">
                <a16:creationId xmlns:a16="http://schemas.microsoft.com/office/drawing/2014/main" id="{8B16AA9F-4EBD-8BF5-8B9E-47BE7AF22B78}"/>
              </a:ext>
            </a:extLst>
          </p:cNvPr>
          <p:cNvSpPr txBox="1"/>
          <p:nvPr/>
        </p:nvSpPr>
        <p:spPr>
          <a:xfrm>
            <a:off x="871715" y="5355476"/>
            <a:ext cx="6094475" cy="1200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Résultats — Cycles temporels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Variations modérées selon les jours de la semaine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Pollution plus élevée en hiver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Pollution plus faible en été</a:t>
            </a:r>
          </a:p>
        </p:txBody>
      </p:sp>
      <p:pic>
        <p:nvPicPr>
          <p:cNvPr id="5" name="Image 4" descr="Une image contenant Tracé, texte, diagramme, ligne&#10;&#10;Le contenu généré par l’IA peut être incorrect.">
            <a:extLst>
              <a:ext uri="{FF2B5EF4-FFF2-40B4-BE49-F238E27FC236}">
                <a16:creationId xmlns:a16="http://schemas.microsoft.com/office/drawing/2014/main" id="{45511E5A-9594-722B-503E-AAE109077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800" y="1172196"/>
            <a:ext cx="4612187" cy="395458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 6" descr="Une image contenant texte, capture d’écran, Rectangle, ligne&#10;&#10;Le contenu généré par l’IA peut être incorrect.">
            <a:extLst>
              <a:ext uri="{FF2B5EF4-FFF2-40B4-BE49-F238E27FC236}">
                <a16:creationId xmlns:a16="http://schemas.microsoft.com/office/drawing/2014/main" id="{51FF74C4-05A0-A307-38CB-7BB31367B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15" y="1121712"/>
            <a:ext cx="4704368" cy="400507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412846A-6D85-FC00-7AE6-0AA6ADDC3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fr-FR" sz="4200">
                <a:solidFill>
                  <a:srgbClr val="FFFFFF"/>
                </a:solidFill>
              </a:rPr>
              <a:t>Modélisation GraphX</a:t>
            </a:r>
          </a:p>
        </p:txBody>
      </p:sp>
      <p:graphicFrame>
        <p:nvGraphicFramePr>
          <p:cNvPr id="19" name="Espace réservé du contenu 2">
            <a:extLst>
              <a:ext uri="{FF2B5EF4-FFF2-40B4-BE49-F238E27FC236}">
                <a16:creationId xmlns:a16="http://schemas.microsoft.com/office/drawing/2014/main" id="{0810C46E-7484-72AC-2839-CE9A7F66A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497098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0323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E6CA01B-0DEB-4E9A-9768-B728DA42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0526F4-8FBB-9435-4722-50BF65333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832" y="-484258"/>
            <a:ext cx="6318649" cy="1454051"/>
          </a:xfrm>
        </p:spPr>
        <p:txBody>
          <a:bodyPr anchor="b">
            <a:normAutofit/>
          </a:bodyPr>
          <a:lstStyle/>
          <a:p>
            <a:r>
              <a:rPr lang="fr-FR" sz="3600" dirty="0">
                <a:solidFill>
                  <a:schemeClr val="tx2"/>
                </a:solidFill>
              </a:rPr>
              <a:t>Résultats </a:t>
            </a:r>
            <a:r>
              <a:rPr lang="fr-FR" sz="3600" dirty="0" err="1">
                <a:solidFill>
                  <a:schemeClr val="tx2"/>
                </a:solidFill>
              </a:rPr>
              <a:t>GraphX</a:t>
            </a:r>
            <a:endParaRPr lang="fr-FR" sz="3600" dirty="0">
              <a:solidFill>
                <a:schemeClr val="tx2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7D8C8E-634E-4E83-9657-225A4DFE4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D5D1578-BE90-4A7E-9856-BB4025E5A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8ADDDE1-EC05-4BE5-9866-89714E0B7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A118A52-E1FF-455C-B1A1-1CF50EE0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0E1677B-677B-48F1-971D-9E7F3CA51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2" name="Image 11" descr="Une image contenant texte, diagramme,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D585BE3D-0397-38D8-55B2-80E84E177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19" y="556984"/>
            <a:ext cx="2937164" cy="5583052"/>
          </a:xfrm>
          <a:prstGeom prst="rect">
            <a:avLst/>
          </a:prstGeom>
        </p:spPr>
      </p:pic>
      <p:pic>
        <p:nvPicPr>
          <p:cNvPr id="6" name="Image 5" descr="Une image contenant texte, Appareils électroniques, capture d’écran, affichage&#10;&#10;Le contenu généré par l’IA peut être incorrect.">
            <a:extLst>
              <a:ext uri="{FF2B5EF4-FFF2-40B4-BE49-F238E27FC236}">
                <a16:creationId xmlns:a16="http://schemas.microsoft.com/office/drawing/2014/main" id="{601BC90C-18A6-B5D6-F106-0B24BDDA5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606" y="556984"/>
            <a:ext cx="3393918" cy="2460591"/>
          </a:xfrm>
          <a:prstGeom prst="rect">
            <a:avLst/>
          </a:prstGeom>
        </p:spPr>
      </p:pic>
      <p:pic>
        <p:nvPicPr>
          <p:cNvPr id="8" name="Image 7" descr="Une image contenant texte, Appareils électroniques, capture d’écran, affichage&#10;&#10;Le contenu généré par l’IA peut être incorrect.">
            <a:extLst>
              <a:ext uri="{FF2B5EF4-FFF2-40B4-BE49-F238E27FC236}">
                <a16:creationId xmlns:a16="http://schemas.microsoft.com/office/drawing/2014/main" id="{4E02E6CB-32DC-0257-CCA7-2BB9595C5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606" y="3679445"/>
            <a:ext cx="3393918" cy="2460591"/>
          </a:xfrm>
          <a:prstGeom prst="rect">
            <a:avLst/>
          </a:prstGeom>
        </p:spPr>
      </p:pic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A02356B0-11B9-FCC6-E652-F4CAB076A7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996220"/>
              </p:ext>
            </p:extLst>
          </p:nvPr>
        </p:nvGraphicFramePr>
        <p:xfrm>
          <a:off x="305772" y="1735270"/>
          <a:ext cx="4650524" cy="363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16384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93010F2-887A-20B1-83BB-77D3345A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fr-FR" sz="5000"/>
              <a:t>Machine Learning : approche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3ADB47-CB58-4A9C-1C35-3ACBEDB14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fr-FR" sz="2000"/>
              <a:t>Données nettoyées en </a:t>
            </a:r>
            <a:r>
              <a:rPr lang="fr-FR" sz="2000" b="1"/>
              <a:t>Parquet</a:t>
            </a:r>
            <a:endParaRPr lang="fr-FR" sz="2000"/>
          </a:p>
          <a:p>
            <a:r>
              <a:rPr lang="fr-FR" sz="2000"/>
              <a:t>Séparation train / test</a:t>
            </a:r>
          </a:p>
          <a:p>
            <a:r>
              <a:rPr lang="fr-FR" sz="2000"/>
              <a:t>Variables explicatives :</a:t>
            </a:r>
          </a:p>
          <a:p>
            <a:pPr lvl="1"/>
            <a:r>
              <a:rPr lang="fr-FR" sz="2000"/>
              <a:t>temp, dew, press, wnd_spd</a:t>
            </a:r>
          </a:p>
          <a:p>
            <a:pPr lvl="1"/>
            <a:r>
              <a:rPr lang="fr-FR" sz="2000"/>
              <a:t>snow, rain, hour, month </a:t>
            </a:r>
          </a:p>
          <a:p>
            <a:r>
              <a:rPr lang="fr-FR" sz="2000" b="1"/>
              <a:t>Modèles testés :</a:t>
            </a:r>
            <a:endParaRPr lang="fr-FR" sz="2000"/>
          </a:p>
          <a:p>
            <a:r>
              <a:rPr lang="fr-FR" sz="2000"/>
              <a:t>Régression linéaire</a:t>
            </a:r>
          </a:p>
          <a:p>
            <a:r>
              <a:rPr lang="fr-FR" sz="2000"/>
              <a:t>Random Forest</a:t>
            </a:r>
          </a:p>
          <a:p>
            <a:r>
              <a:rPr lang="fr-FR" sz="2000"/>
              <a:t>Gradient Boosted Trees</a:t>
            </a:r>
          </a:p>
          <a:p>
            <a:endParaRPr lang="fr-FR" sz="2000"/>
          </a:p>
        </p:txBody>
      </p:sp>
      <p:pic>
        <p:nvPicPr>
          <p:cNvPr id="5" name="Image 4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2127CF5D-4A51-99C8-6166-5C66B8E6F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781" y="1654835"/>
            <a:ext cx="6601691" cy="472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83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129A8C5-DA57-EB5D-4DB5-AEF19E15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Comparaison des modèles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C18CABB1-889D-E0A5-7295-55BA8277F4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0972132"/>
              </p:ext>
            </p:extLst>
          </p:nvPr>
        </p:nvGraphicFramePr>
        <p:xfrm>
          <a:off x="320040" y="2836475"/>
          <a:ext cx="11548873" cy="318034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758830">
                  <a:extLst>
                    <a:ext uri="{9D8B030D-6E8A-4147-A177-3AD203B41FA5}">
                      <a16:colId xmlns:a16="http://schemas.microsoft.com/office/drawing/2014/main" val="3259040331"/>
                    </a:ext>
                  </a:extLst>
                </a:gridCol>
                <a:gridCol w="2744262">
                  <a:extLst>
                    <a:ext uri="{9D8B030D-6E8A-4147-A177-3AD203B41FA5}">
                      <a16:colId xmlns:a16="http://schemas.microsoft.com/office/drawing/2014/main" val="2858386773"/>
                    </a:ext>
                  </a:extLst>
                </a:gridCol>
                <a:gridCol w="2045781">
                  <a:extLst>
                    <a:ext uri="{9D8B030D-6E8A-4147-A177-3AD203B41FA5}">
                      <a16:colId xmlns:a16="http://schemas.microsoft.com/office/drawing/2014/main" val="4264386665"/>
                    </a:ext>
                  </a:extLst>
                </a:gridCol>
              </a:tblGrid>
              <a:tr h="84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 b="0" cap="none" spc="60">
                          <a:solidFill>
                            <a:schemeClr val="bg1"/>
                          </a:solidFill>
                        </a:rPr>
                        <a:t>Modèle</a:t>
                      </a:r>
                    </a:p>
                  </a:txBody>
                  <a:tcPr marL="184190" marR="184190" marT="184190" marB="920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 b="0" cap="none" spc="60">
                          <a:solidFill>
                            <a:schemeClr val="bg1"/>
                          </a:solidFill>
                        </a:rPr>
                        <a:t>RMSE</a:t>
                      </a:r>
                    </a:p>
                  </a:txBody>
                  <a:tcPr marL="184190" marR="184190" marT="184190" marB="920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 b="0" cap="none" spc="60">
                          <a:solidFill>
                            <a:schemeClr val="bg1"/>
                          </a:solidFill>
                        </a:rPr>
                        <a:t>R²</a:t>
                      </a:r>
                    </a:p>
                  </a:txBody>
                  <a:tcPr marL="184190" marR="184190" marT="184190" marB="920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241932"/>
                  </a:ext>
                </a:extLst>
              </a:tr>
              <a:tr h="779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cap="none" spc="0">
                          <a:solidFill>
                            <a:schemeClr val="tx1"/>
                          </a:solidFill>
                        </a:rPr>
                        <a:t>Régression linéaire</a:t>
                      </a:r>
                    </a:p>
                  </a:txBody>
                  <a:tcPr marL="184190" marR="184190" marT="184190" marB="920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cap="none" spc="0">
                          <a:solidFill>
                            <a:schemeClr val="tx1"/>
                          </a:solidFill>
                        </a:rPr>
                        <a:t>80,76</a:t>
                      </a:r>
                    </a:p>
                  </a:txBody>
                  <a:tcPr marL="184190" marR="184190" marT="184190" marB="920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cap="none" spc="0">
                          <a:solidFill>
                            <a:schemeClr val="tx1"/>
                          </a:solidFill>
                        </a:rPr>
                        <a:t>0,23</a:t>
                      </a:r>
                    </a:p>
                  </a:txBody>
                  <a:tcPr marL="184190" marR="184190" marT="184190" marB="920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101401"/>
                  </a:ext>
                </a:extLst>
              </a:tr>
              <a:tr h="779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184190" marR="184190" marT="184190" marB="920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cap="none" spc="0">
                          <a:solidFill>
                            <a:schemeClr val="tx1"/>
                          </a:solidFill>
                        </a:rPr>
                        <a:t>69,25</a:t>
                      </a:r>
                    </a:p>
                  </a:txBody>
                  <a:tcPr marL="184190" marR="184190" marT="184190" marB="920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cap="none" spc="0">
                          <a:solidFill>
                            <a:schemeClr val="tx1"/>
                          </a:solidFill>
                        </a:rPr>
                        <a:t>0,44</a:t>
                      </a:r>
                    </a:p>
                  </a:txBody>
                  <a:tcPr marL="184190" marR="184190" marT="184190" marB="920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826177"/>
                  </a:ext>
                </a:extLst>
              </a:tr>
              <a:tr h="779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cap="none" spc="0">
                          <a:solidFill>
                            <a:schemeClr val="tx1"/>
                          </a:solidFill>
                        </a:rPr>
                        <a:t>Gradient Boosted Trees</a:t>
                      </a:r>
                    </a:p>
                  </a:txBody>
                  <a:tcPr marL="184190" marR="184190" marT="184190" marB="920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b="1" cap="none" spc="0">
                          <a:solidFill>
                            <a:schemeClr val="tx1"/>
                          </a:solidFill>
                        </a:rPr>
                        <a:t>64,57</a:t>
                      </a:r>
                      <a:endParaRPr lang="fr-FR" sz="2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84190" marR="184190" marT="184190" marB="920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b="1" cap="none" spc="0">
                          <a:solidFill>
                            <a:schemeClr val="tx1"/>
                          </a:solidFill>
                        </a:rPr>
                        <a:t>0,51</a:t>
                      </a:r>
                      <a:endParaRPr lang="fr-FR" sz="2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84190" marR="184190" marT="184190" marB="920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022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356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C25EA5-3941-D43C-8E65-E39B14BB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RESULTATS DU MODELE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GBT</a:t>
            </a:r>
          </a:p>
        </p:txBody>
      </p:sp>
      <p:pic>
        <p:nvPicPr>
          <p:cNvPr id="6" name="Espace réservé du contenu 5" descr="Une image contenant texte, capture d’écran, Tracé, ligne&#10;&#10;Le contenu généré par l’IA peut être incorrect.">
            <a:extLst>
              <a:ext uri="{FF2B5EF4-FFF2-40B4-BE49-F238E27FC236}">
                <a16:creationId xmlns:a16="http://schemas.microsoft.com/office/drawing/2014/main" id="{F2940F45-577D-2751-2536-311ACAF96A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5751" y="1808455"/>
            <a:ext cx="5708649" cy="32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36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E178DD-192D-4005-D88B-C6DC9223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fr-FR" sz="4600">
                <a:solidFill>
                  <a:srgbClr val="FFFFFF"/>
                </a:solidFill>
              </a:rPr>
              <a:t>Limites et perspectives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08188523-7E50-685D-40CE-DA94CD67EC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9243006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603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FBC94DF-6810-0849-8F38-AA9E781A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fr-FR" sz="5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B4D4002-75D5-448D-A44E-BD0889956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6588714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3468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ésentation_scala" id="{724BABF1-B9D4-4A3E-8642-7104FB2FFA8B}" vid="{9105E918-B43C-4517-A5A2-980BF7263E1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D1A083374E9E45BF7FA4FFB6048D20" ma:contentTypeVersion="5" ma:contentTypeDescription="Crée un document." ma:contentTypeScope="" ma:versionID="9dfb647fbd4f6d15cf9997d45d0897f9">
  <xsd:schema xmlns:xsd="http://www.w3.org/2001/XMLSchema" xmlns:xs="http://www.w3.org/2001/XMLSchema" xmlns:p="http://schemas.microsoft.com/office/2006/metadata/properties" xmlns:ns3="dc69346b-61a1-4a61-990c-e099afa75203" targetNamespace="http://schemas.microsoft.com/office/2006/metadata/properties" ma:root="true" ma:fieldsID="5cab275672645ed8f7e558e80a972cea" ns3:_="">
    <xsd:import namespace="dc69346b-61a1-4a61-990c-e099afa7520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69346b-61a1-4a61-990c-e099afa7520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c69346b-61a1-4a61-990c-e099afa75203" xsi:nil="true"/>
  </documentManagement>
</p:properties>
</file>

<file path=customXml/itemProps1.xml><?xml version="1.0" encoding="utf-8"?>
<ds:datastoreItem xmlns:ds="http://schemas.openxmlformats.org/officeDocument/2006/customXml" ds:itemID="{57F91BEF-A0CC-4A85-8D7A-E2748E575C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69346b-61a1-4a61-990c-e099afa752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885D9F-2C27-4870-B930-DBE989DEDF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4A6D52-B8B1-4608-A0F1-2CF0139A0E9B}">
  <ds:schemaRefs>
    <ds:schemaRef ds:uri="http://schemas.microsoft.com/office/2006/metadata/properties"/>
    <ds:schemaRef ds:uri="http://purl.org/dc/elements/1.1/"/>
    <ds:schemaRef ds:uri="http://purl.org/dc/terms/"/>
    <ds:schemaRef ds:uri="http://www.w3.org/XML/1998/namespace"/>
    <ds:schemaRef ds:uri="http://purl.org/dc/dcmitype/"/>
    <ds:schemaRef ds:uri="dc69346b-61a1-4a61-990c-e099afa75203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1639</TotalTime>
  <Words>553</Words>
  <Application>Microsoft Office PowerPoint</Application>
  <PresentationFormat>Grand écran</PresentationFormat>
  <Paragraphs>125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Thème Office</vt:lpstr>
      <vt:lpstr>Analyse et prédiction de la pollution urbaine </vt:lpstr>
      <vt:lpstr>Introduction</vt:lpstr>
      <vt:lpstr>Sommaire</vt:lpstr>
      <vt:lpstr>Données et source</vt:lpstr>
      <vt:lpstr>Présentation PowerPoint</vt:lpstr>
      <vt:lpstr>Architecture du projet</vt:lpstr>
      <vt:lpstr>Nettoyage &amp; Feature Engineering </vt:lpstr>
      <vt:lpstr>Analyse exploratoire (EDA)</vt:lpstr>
      <vt:lpstr>Analyse exploratoire (EDA)</vt:lpstr>
      <vt:lpstr>Analyse exploratoire (EDA)</vt:lpstr>
      <vt:lpstr>Modélisation GraphX</vt:lpstr>
      <vt:lpstr>Résultats GraphX</vt:lpstr>
      <vt:lpstr>Machine Learning : approche</vt:lpstr>
      <vt:lpstr>Comparaison des modèles</vt:lpstr>
      <vt:lpstr>RESULTATS DU MODELE GBT</vt:lpstr>
      <vt:lpstr>Limites et perspectives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Wendpêgré Hugues Anselme KABORE</dc:creator>
  <cp:lastModifiedBy>Wendpêgré Hugues Anselme KABORE</cp:lastModifiedBy>
  <cp:revision>5</cp:revision>
  <dcterms:created xsi:type="dcterms:W3CDTF">2026-01-12T14:45:03Z</dcterms:created>
  <dcterms:modified xsi:type="dcterms:W3CDTF">2026-01-18T16:19:16Z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0x010100B9D1A083374E9E45BF7FA4FFB6048D20</vt:lpwstr>
  </property>
</Properties>
</file>